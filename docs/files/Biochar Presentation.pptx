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6" r:id="rId4"/>
    <p:sldId id="267" r:id="rId5"/>
    <p:sldId id="259" r:id="rId6"/>
    <p:sldId id="269" r:id="rId7"/>
    <p:sldId id="270" r:id="rId8"/>
    <p:sldId id="276" r:id="rId9"/>
    <p:sldId id="271" r:id="rId10"/>
    <p:sldId id="273" r:id="rId11"/>
    <p:sldId id="278" r:id="rId12"/>
    <p:sldId id="260" r:id="rId13"/>
    <p:sldId id="275" r:id="rId14"/>
    <p:sldId id="277" r:id="rId15"/>
    <p:sldId id="274" r:id="rId16"/>
    <p:sldId id="262" r:id="rId17"/>
    <p:sldId id="263" r:id="rId18"/>
    <p:sldId id="264" r:id="rId19"/>
    <p:sldId id="265" r:id="rId20"/>
    <p:sldId id="2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58BFB2-2C6C-C727-7A44-D0CDA261523A}" v="40" dt="2025-04-28T17:52:18.384"/>
    <p1510:client id="{26606BBE-84E0-8BC8-4F39-494CD83B4944}" v="20" dt="2025-04-28T12:56:11.553"/>
    <p1510:client id="{51CFE18C-E521-AE02-41B5-77D544009D19}" v="20" dt="2025-04-27T20:40:55.093"/>
    <p1510:client id="{5A2D8F6A-163D-D5BF-D4E4-D802B7CFAE36}" v="143" dt="2025-04-27T20:51:30.640"/>
    <p1510:client id="{68B60C21-0DEC-C735-A1BA-481D438A12D3}" v="184" dt="2025-04-28T17:41:02.362"/>
    <p1510:client id="{D5D14B39-ED25-FD9B-B406-BE2A0485F87A}" v="24" dt="2025-04-28T17:53:36.783"/>
    <p1510:client id="{D85DF07C-59DC-AF96-0F6C-2C49221F0771}" v="4809" dt="2025-04-27T19:39:49.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on, Gordon" userId="S::gordonhh@email.sc.edu::52148a52-6086-4a55-9af9-6e404bea2225" providerId="AD" clId="Web-{1238BA44-8564-07FB-D64E-1CAEDB59CDEC}"/>
    <pc:docChg chg="addSld modSld">
      <pc:chgData name="Harrison, Gordon" userId="S::gordonhh@email.sc.edu::52148a52-6086-4a55-9af9-6e404bea2225" providerId="AD" clId="Web-{1238BA44-8564-07FB-D64E-1CAEDB59CDEC}" dt="2025-04-23T19:43:02.102" v="158" actId="20577"/>
      <pc:docMkLst>
        <pc:docMk/>
      </pc:docMkLst>
      <pc:sldChg chg="modSp">
        <pc:chgData name="Harrison, Gordon" userId="S::gordonhh@email.sc.edu::52148a52-6086-4a55-9af9-6e404bea2225" providerId="AD" clId="Web-{1238BA44-8564-07FB-D64E-1CAEDB59CDEC}" dt="2025-04-23T19:38:16.648" v="9" actId="20577"/>
        <pc:sldMkLst>
          <pc:docMk/>
          <pc:sldMk cId="109857222" sldId="256"/>
        </pc:sldMkLst>
        <pc:spChg chg="mod">
          <ac:chgData name="Harrison, Gordon" userId="S::gordonhh@email.sc.edu::52148a52-6086-4a55-9af9-6e404bea2225" providerId="AD" clId="Web-{1238BA44-8564-07FB-D64E-1CAEDB59CDEC}" dt="2025-04-23T19:38:16.648" v="9" actId="20577"/>
          <ac:spMkLst>
            <pc:docMk/>
            <pc:sldMk cId="109857222" sldId="256"/>
            <ac:spMk id="2" creationId="{00000000-0000-0000-0000-000000000000}"/>
          </ac:spMkLst>
        </pc:spChg>
      </pc:sldChg>
      <pc:sldChg chg="modSp new">
        <pc:chgData name="Harrison, Gordon" userId="S::gordonhh@email.sc.edu::52148a52-6086-4a55-9af9-6e404bea2225" providerId="AD" clId="Web-{1238BA44-8564-07FB-D64E-1CAEDB59CDEC}" dt="2025-04-23T19:41:11.392" v="42" actId="20577"/>
        <pc:sldMkLst>
          <pc:docMk/>
          <pc:sldMk cId="2706817111" sldId="257"/>
        </pc:sldMkLst>
        <pc:spChg chg="mod">
          <ac:chgData name="Harrison, Gordon" userId="S::gordonhh@email.sc.edu::52148a52-6086-4a55-9af9-6e404bea2225" providerId="AD" clId="Web-{1238BA44-8564-07FB-D64E-1CAEDB59CDEC}" dt="2025-04-23T19:41:11.392" v="42" actId="20577"/>
          <ac:spMkLst>
            <pc:docMk/>
            <pc:sldMk cId="2706817111" sldId="257"/>
            <ac:spMk id="2" creationId="{7B9A4DDA-3AD9-684C-9032-9A745DA6F139}"/>
          </ac:spMkLst>
        </pc:spChg>
      </pc:sldChg>
      <pc:sldChg chg="modSp new">
        <pc:chgData name="Harrison, Gordon" userId="S::gordonhh@email.sc.edu::52148a52-6086-4a55-9af9-6e404bea2225" providerId="AD" clId="Web-{1238BA44-8564-07FB-D64E-1CAEDB59CDEC}" dt="2025-04-23T19:41:37.238" v="64" actId="20577"/>
        <pc:sldMkLst>
          <pc:docMk/>
          <pc:sldMk cId="343968397" sldId="258"/>
        </pc:sldMkLst>
        <pc:spChg chg="mod">
          <ac:chgData name="Harrison, Gordon" userId="S::gordonhh@email.sc.edu::52148a52-6086-4a55-9af9-6e404bea2225" providerId="AD" clId="Web-{1238BA44-8564-07FB-D64E-1CAEDB59CDEC}" dt="2025-04-23T19:41:37.238" v="64" actId="20577"/>
          <ac:spMkLst>
            <pc:docMk/>
            <pc:sldMk cId="343968397" sldId="258"/>
            <ac:spMk id="2" creationId="{A756D5F9-A4E0-D7EB-316E-69CB7ED9DE9F}"/>
          </ac:spMkLst>
        </pc:spChg>
      </pc:sldChg>
      <pc:sldChg chg="modSp new">
        <pc:chgData name="Harrison, Gordon" userId="S::gordonhh@email.sc.edu::52148a52-6086-4a55-9af9-6e404bea2225" providerId="AD" clId="Web-{1238BA44-8564-07FB-D64E-1CAEDB59CDEC}" dt="2025-04-23T19:42:07.302" v="74" actId="20577"/>
        <pc:sldMkLst>
          <pc:docMk/>
          <pc:sldMk cId="1108658176" sldId="259"/>
        </pc:sldMkLst>
        <pc:spChg chg="mod">
          <ac:chgData name="Harrison, Gordon" userId="S::gordonhh@email.sc.edu::52148a52-6086-4a55-9af9-6e404bea2225" providerId="AD" clId="Web-{1238BA44-8564-07FB-D64E-1CAEDB59CDEC}" dt="2025-04-23T19:42:07.302" v="74" actId="20577"/>
          <ac:spMkLst>
            <pc:docMk/>
            <pc:sldMk cId="1108658176" sldId="259"/>
            <ac:spMk id="2" creationId="{CF5BDF8F-7D9F-459C-0AEE-764238A7260A}"/>
          </ac:spMkLst>
        </pc:spChg>
      </pc:sldChg>
      <pc:sldChg chg="modSp new">
        <pc:chgData name="Harrison, Gordon" userId="S::gordonhh@email.sc.edu::52148a52-6086-4a55-9af9-6e404bea2225" providerId="AD" clId="Web-{1238BA44-8564-07FB-D64E-1CAEDB59CDEC}" dt="2025-04-23T19:42:15.990" v="91" actId="20577"/>
        <pc:sldMkLst>
          <pc:docMk/>
          <pc:sldMk cId="2654624169" sldId="260"/>
        </pc:sldMkLst>
        <pc:spChg chg="mod">
          <ac:chgData name="Harrison, Gordon" userId="S::gordonhh@email.sc.edu::52148a52-6086-4a55-9af9-6e404bea2225" providerId="AD" clId="Web-{1238BA44-8564-07FB-D64E-1CAEDB59CDEC}" dt="2025-04-23T19:42:15.990" v="91" actId="20577"/>
          <ac:spMkLst>
            <pc:docMk/>
            <pc:sldMk cId="2654624169" sldId="260"/>
            <ac:spMk id="2" creationId="{812CBBF8-DDBB-1CA4-54BD-3F95F0E3EF66}"/>
          </ac:spMkLst>
        </pc:spChg>
      </pc:sldChg>
      <pc:sldChg chg="modSp new">
        <pc:chgData name="Harrison, Gordon" userId="S::gordonhh@email.sc.edu::52148a52-6086-4a55-9af9-6e404bea2225" providerId="AD" clId="Web-{1238BA44-8564-07FB-D64E-1CAEDB59CDEC}" dt="2025-04-23T19:43:02.102" v="158" actId="20577"/>
        <pc:sldMkLst>
          <pc:docMk/>
          <pc:sldMk cId="999706091" sldId="261"/>
        </pc:sldMkLst>
        <pc:spChg chg="mod">
          <ac:chgData name="Harrison, Gordon" userId="S::gordonhh@email.sc.edu::52148a52-6086-4a55-9af9-6e404bea2225" providerId="AD" clId="Web-{1238BA44-8564-07FB-D64E-1CAEDB59CDEC}" dt="2025-04-23T19:43:02.102" v="158" actId="20577"/>
          <ac:spMkLst>
            <pc:docMk/>
            <pc:sldMk cId="999706091" sldId="261"/>
            <ac:spMk id="2" creationId="{AB53771D-B6F8-29D0-2086-110DD4ACF87E}"/>
          </ac:spMkLst>
        </pc:spChg>
      </pc:sldChg>
      <pc:sldChg chg="modSp new">
        <pc:chgData name="Harrison, Gordon" userId="S::gordonhh@email.sc.edu::52148a52-6086-4a55-9af9-6e404bea2225" providerId="AD" clId="Web-{1238BA44-8564-07FB-D64E-1CAEDB59CDEC}" dt="2025-04-23T19:42:27.116" v="106" actId="20577"/>
        <pc:sldMkLst>
          <pc:docMk/>
          <pc:sldMk cId="1299408345" sldId="262"/>
        </pc:sldMkLst>
        <pc:spChg chg="mod">
          <ac:chgData name="Harrison, Gordon" userId="S::gordonhh@email.sc.edu::52148a52-6086-4a55-9af9-6e404bea2225" providerId="AD" clId="Web-{1238BA44-8564-07FB-D64E-1CAEDB59CDEC}" dt="2025-04-23T19:42:27.116" v="106" actId="20577"/>
          <ac:spMkLst>
            <pc:docMk/>
            <pc:sldMk cId="1299408345" sldId="262"/>
            <ac:spMk id="2" creationId="{4C695CE6-1533-4398-3FD9-C44B7945B321}"/>
          </ac:spMkLst>
        </pc:spChg>
      </pc:sldChg>
      <pc:sldChg chg="modSp new">
        <pc:chgData name="Harrison, Gordon" userId="S::gordonhh@email.sc.edu::52148a52-6086-4a55-9af9-6e404bea2225" providerId="AD" clId="Web-{1238BA44-8564-07FB-D64E-1CAEDB59CDEC}" dt="2025-04-23T19:42:44.476" v="129" actId="20577"/>
        <pc:sldMkLst>
          <pc:docMk/>
          <pc:sldMk cId="500253759" sldId="263"/>
        </pc:sldMkLst>
        <pc:spChg chg="mod">
          <ac:chgData name="Harrison, Gordon" userId="S::gordonhh@email.sc.edu::52148a52-6086-4a55-9af9-6e404bea2225" providerId="AD" clId="Web-{1238BA44-8564-07FB-D64E-1CAEDB59CDEC}" dt="2025-04-23T19:42:44.476" v="129" actId="20577"/>
          <ac:spMkLst>
            <pc:docMk/>
            <pc:sldMk cId="500253759" sldId="263"/>
            <ac:spMk id="2" creationId="{F62D6E21-5129-AE59-9502-4FBFF4312CCD}"/>
          </ac:spMkLst>
        </pc:spChg>
      </pc:sldChg>
      <pc:sldChg chg="modSp new">
        <pc:chgData name="Harrison, Gordon" userId="S::gordonhh@email.sc.edu::52148a52-6086-4a55-9af9-6e404bea2225" providerId="AD" clId="Web-{1238BA44-8564-07FB-D64E-1CAEDB59CDEC}" dt="2025-04-23T19:42:50.414" v="137" actId="20577"/>
        <pc:sldMkLst>
          <pc:docMk/>
          <pc:sldMk cId="2352965981" sldId="264"/>
        </pc:sldMkLst>
        <pc:spChg chg="mod">
          <ac:chgData name="Harrison, Gordon" userId="S::gordonhh@email.sc.edu::52148a52-6086-4a55-9af9-6e404bea2225" providerId="AD" clId="Web-{1238BA44-8564-07FB-D64E-1CAEDB59CDEC}" dt="2025-04-23T19:42:50.414" v="137" actId="20577"/>
          <ac:spMkLst>
            <pc:docMk/>
            <pc:sldMk cId="2352965981" sldId="264"/>
            <ac:spMk id="2" creationId="{5A20CF9B-B06A-FCD4-F7A6-2C18406F2646}"/>
          </ac:spMkLst>
        </pc:spChg>
      </pc:sldChg>
      <pc:sldChg chg="modSp new">
        <pc:chgData name="Harrison, Gordon" userId="S::gordonhh@email.sc.edu::52148a52-6086-4a55-9af9-6e404bea2225" providerId="AD" clId="Web-{1238BA44-8564-07FB-D64E-1CAEDB59CDEC}" dt="2025-04-23T19:42:57.086" v="149" actId="20577"/>
        <pc:sldMkLst>
          <pc:docMk/>
          <pc:sldMk cId="2176634996" sldId="265"/>
        </pc:sldMkLst>
        <pc:spChg chg="mod">
          <ac:chgData name="Harrison, Gordon" userId="S::gordonhh@email.sc.edu::52148a52-6086-4a55-9af9-6e404bea2225" providerId="AD" clId="Web-{1238BA44-8564-07FB-D64E-1CAEDB59CDEC}" dt="2025-04-23T19:42:57.086" v="149" actId="20577"/>
          <ac:spMkLst>
            <pc:docMk/>
            <pc:sldMk cId="2176634996" sldId="265"/>
            <ac:spMk id="2" creationId="{4803C296-2981-D459-7D3A-0E6422D3CC75}"/>
          </ac:spMkLst>
        </pc:spChg>
      </pc:sldChg>
    </pc:docChg>
  </pc:docChgLst>
  <pc:docChgLst>
    <pc:chgData name="Harrison, Gordon" userId="S::gordonhh@email.sc.edu::52148a52-6086-4a55-9af9-6e404bea2225" providerId="AD" clId="Web-{D85DF07C-59DC-AF96-0F6C-2C49221F0771}"/>
    <pc:docChg chg="mod addSld delSld modSld sldOrd modMainMaster">
      <pc:chgData name="Harrison, Gordon" userId="S::gordonhh@email.sc.edu::52148a52-6086-4a55-9af9-6e404bea2225" providerId="AD" clId="Web-{D85DF07C-59DC-AF96-0F6C-2C49221F0771}" dt="2025-04-27T19:28:34.942" v="4779" actId="20577"/>
      <pc:docMkLst>
        <pc:docMk/>
      </pc:docMkLst>
      <pc:sldChg chg="addSp delSp modSp">
        <pc:chgData name="Harrison, Gordon" userId="S::gordonhh@email.sc.edu::52148a52-6086-4a55-9af9-6e404bea2225" providerId="AD" clId="Web-{D85DF07C-59DC-AF96-0F6C-2C49221F0771}" dt="2025-04-27T18:00:04.382" v="4497"/>
        <pc:sldMkLst>
          <pc:docMk/>
          <pc:sldMk cId="109857222" sldId="256"/>
        </pc:sldMkLst>
        <pc:spChg chg="mod">
          <ac:chgData name="Harrison, Gordon" userId="S::gordonhh@email.sc.edu::52148a52-6086-4a55-9af9-6e404bea2225" providerId="AD" clId="Web-{D85DF07C-59DC-AF96-0F6C-2C49221F0771}" dt="2025-04-27T17:57:10.048" v="4467" actId="20577"/>
          <ac:spMkLst>
            <pc:docMk/>
            <pc:sldMk cId="109857222" sldId="256"/>
            <ac:spMk id="2" creationId="{00000000-0000-0000-0000-000000000000}"/>
          </ac:spMkLst>
        </pc:spChg>
        <pc:spChg chg="mod">
          <ac:chgData name="Harrison, Gordon" userId="S::gordonhh@email.sc.edu::52148a52-6086-4a55-9af9-6e404bea2225" providerId="AD" clId="Web-{D85DF07C-59DC-AF96-0F6C-2C49221F0771}" dt="2025-04-27T16:12:35.829" v="3" actId="20577"/>
          <ac:spMkLst>
            <pc:docMk/>
            <pc:sldMk cId="109857222" sldId="256"/>
            <ac:spMk id="3" creationId="{00000000-0000-0000-0000-000000000000}"/>
          </ac:spMkLst>
        </pc:spChg>
        <pc:spChg chg="add del mod">
          <ac:chgData name="Harrison, Gordon" userId="S::gordonhh@email.sc.edu::52148a52-6086-4a55-9af9-6e404bea2225" providerId="AD" clId="Web-{D85DF07C-59DC-AF96-0F6C-2C49221F0771}" dt="2025-04-27T17:59:40.803" v="4492"/>
          <ac:spMkLst>
            <pc:docMk/>
            <pc:sldMk cId="109857222" sldId="256"/>
            <ac:spMk id="4" creationId="{2A5D3F20-DAEB-AA04-3008-C08A9AFF64C9}"/>
          </ac:spMkLst>
        </pc:spChg>
        <pc:spChg chg="add mod">
          <ac:chgData name="Harrison, Gordon" userId="S::gordonhh@email.sc.edu::52148a52-6086-4a55-9af9-6e404bea2225" providerId="AD" clId="Web-{D85DF07C-59DC-AF96-0F6C-2C49221F0771}" dt="2025-04-27T17:59:58.382" v="4494"/>
          <ac:spMkLst>
            <pc:docMk/>
            <pc:sldMk cId="109857222" sldId="256"/>
            <ac:spMk id="5" creationId="{E411CC9C-D7D2-B684-7303-6C636BB36971}"/>
          </ac:spMkLst>
        </pc:spChg>
        <pc:spChg chg="add del mod">
          <ac:chgData name="Harrison, Gordon" userId="S::gordonhh@email.sc.edu::52148a52-6086-4a55-9af9-6e404bea2225" providerId="AD" clId="Web-{D85DF07C-59DC-AF96-0F6C-2C49221F0771}" dt="2025-04-27T18:00:04.382" v="4497"/>
          <ac:spMkLst>
            <pc:docMk/>
            <pc:sldMk cId="109857222" sldId="256"/>
            <ac:spMk id="6" creationId="{9BE85A73-1542-FCCB-B828-122E9EFFBEA4}"/>
          </ac:spMkLst>
        </pc:spChg>
      </pc:sldChg>
      <pc:sldChg chg="addSp modSp">
        <pc:chgData name="Harrison, Gordon" userId="S::gordonhh@email.sc.edu::52148a52-6086-4a55-9af9-6e404bea2225" providerId="AD" clId="Web-{D85DF07C-59DC-AF96-0F6C-2C49221F0771}" dt="2025-04-27T18:00:01.163" v="4495"/>
        <pc:sldMkLst>
          <pc:docMk/>
          <pc:sldMk cId="2706817111" sldId="257"/>
        </pc:sldMkLst>
        <pc:spChg chg="mod">
          <ac:chgData name="Harrison, Gordon" userId="S::gordonhh@email.sc.edu::52148a52-6086-4a55-9af9-6e404bea2225" providerId="AD" clId="Web-{D85DF07C-59DC-AF96-0F6C-2C49221F0771}" dt="2025-04-27T17:57:35.267" v="4470" actId="20577"/>
          <ac:spMkLst>
            <pc:docMk/>
            <pc:sldMk cId="2706817111" sldId="257"/>
            <ac:spMk id="2" creationId="{7B9A4DDA-3AD9-684C-9032-9A745DA6F139}"/>
          </ac:spMkLst>
        </pc:spChg>
        <pc:spChg chg="mod">
          <ac:chgData name="Harrison, Gordon" userId="S::gordonhh@email.sc.edu::52148a52-6086-4a55-9af9-6e404bea2225" providerId="AD" clId="Web-{D85DF07C-59DC-AF96-0F6C-2C49221F0771}" dt="2025-04-27T17:57:40.689" v="4471" actId="20577"/>
          <ac:spMkLst>
            <pc:docMk/>
            <pc:sldMk cId="2706817111" sldId="257"/>
            <ac:spMk id="3" creationId="{7B9390F1-91A1-404E-2977-400D6E0E9BEC}"/>
          </ac:spMkLst>
        </pc:spChg>
        <pc:spChg chg="add mod">
          <ac:chgData name="Harrison, Gordon" userId="S::gordonhh@email.sc.edu::52148a52-6086-4a55-9af9-6e404bea2225" providerId="AD" clId="Web-{D85DF07C-59DC-AF96-0F6C-2C49221F0771}" dt="2025-04-27T18:00:01.163" v="4495"/>
          <ac:spMkLst>
            <pc:docMk/>
            <pc:sldMk cId="2706817111" sldId="257"/>
            <ac:spMk id="4" creationId="{E0EEE412-BBC7-839A-9604-611883D8CFC5}"/>
          </ac:spMkLst>
        </pc:spChg>
      </pc:sldChg>
      <pc:sldChg chg="modSp add del">
        <pc:chgData name="Harrison, Gordon" userId="S::gordonhh@email.sc.edu::52148a52-6086-4a55-9af9-6e404bea2225" providerId="AD" clId="Web-{D85DF07C-59DC-AF96-0F6C-2C49221F0771}" dt="2025-04-27T16:26:15.037" v="645"/>
        <pc:sldMkLst>
          <pc:docMk/>
          <pc:sldMk cId="343968397" sldId="258"/>
        </pc:sldMkLst>
        <pc:spChg chg="mod">
          <ac:chgData name="Harrison, Gordon" userId="S::gordonhh@email.sc.edu::52148a52-6086-4a55-9af9-6e404bea2225" providerId="AD" clId="Web-{D85DF07C-59DC-AF96-0F6C-2C49221F0771}" dt="2025-04-27T16:26:04.568" v="641" actId="20577"/>
          <ac:spMkLst>
            <pc:docMk/>
            <pc:sldMk cId="343968397" sldId="258"/>
            <ac:spMk id="2" creationId="{A756D5F9-A4E0-D7EB-316E-69CB7ED9DE9F}"/>
          </ac:spMkLst>
        </pc:spChg>
        <pc:spChg chg="mod">
          <ac:chgData name="Harrison, Gordon" userId="S::gordonhh@email.sc.edu::52148a52-6086-4a55-9af9-6e404bea2225" providerId="AD" clId="Web-{D85DF07C-59DC-AF96-0F6C-2C49221F0771}" dt="2025-04-27T16:25:40.207" v="635" actId="20577"/>
          <ac:spMkLst>
            <pc:docMk/>
            <pc:sldMk cId="343968397" sldId="258"/>
            <ac:spMk id="3" creationId="{D905C58B-CE61-4B69-9FE0-E450FD7E3941}"/>
          </ac:spMkLst>
        </pc:spChg>
      </pc:sldChg>
      <pc:sldChg chg="addSp modSp">
        <pc:chgData name="Harrison, Gordon" userId="S::gordonhh@email.sc.edu::52148a52-6086-4a55-9af9-6e404bea2225" providerId="AD" clId="Web-{D85DF07C-59DC-AF96-0F6C-2C49221F0771}" dt="2025-04-27T18:00:01.163" v="4495"/>
        <pc:sldMkLst>
          <pc:docMk/>
          <pc:sldMk cId="1108658176" sldId="259"/>
        </pc:sldMkLst>
        <pc:spChg chg="mod">
          <ac:chgData name="Harrison, Gordon" userId="S::gordonhh@email.sc.edu::52148a52-6086-4a55-9af9-6e404bea2225" providerId="AD" clId="Web-{D85DF07C-59DC-AF96-0F6C-2C49221F0771}" dt="2025-04-27T17:58:00.659" v="4474" actId="20577"/>
          <ac:spMkLst>
            <pc:docMk/>
            <pc:sldMk cId="1108658176" sldId="259"/>
            <ac:spMk id="2" creationId="{CF5BDF8F-7D9F-459C-0AEE-764238A7260A}"/>
          </ac:spMkLst>
        </pc:spChg>
        <pc:spChg chg="mod">
          <ac:chgData name="Harrison, Gordon" userId="S::gordonhh@email.sc.edu::52148a52-6086-4a55-9af9-6e404bea2225" providerId="AD" clId="Web-{D85DF07C-59DC-AF96-0F6C-2C49221F0771}" dt="2025-04-27T16:58:28.939" v="1126" actId="20577"/>
          <ac:spMkLst>
            <pc:docMk/>
            <pc:sldMk cId="1108658176" sldId="259"/>
            <ac:spMk id="3" creationId="{398685CF-3962-E934-598B-DE05773E5A79}"/>
          </ac:spMkLst>
        </pc:spChg>
        <pc:spChg chg="add mod">
          <ac:chgData name="Harrison, Gordon" userId="S::gordonhh@email.sc.edu::52148a52-6086-4a55-9af9-6e404bea2225" providerId="AD" clId="Web-{D85DF07C-59DC-AF96-0F6C-2C49221F0771}" dt="2025-04-27T18:00:01.163" v="4495"/>
          <ac:spMkLst>
            <pc:docMk/>
            <pc:sldMk cId="1108658176" sldId="259"/>
            <ac:spMk id="4" creationId="{950FD9AC-1114-62EB-3927-3EAD2260E231}"/>
          </ac:spMkLst>
        </pc:spChg>
      </pc:sldChg>
      <pc:sldChg chg="addSp modSp ord">
        <pc:chgData name="Harrison, Gordon" userId="S::gordonhh@email.sc.edu::52148a52-6086-4a55-9af9-6e404bea2225" providerId="AD" clId="Web-{D85DF07C-59DC-AF96-0F6C-2C49221F0771}" dt="2025-04-27T18:59:58.914" v="4722" actId="20577"/>
        <pc:sldMkLst>
          <pc:docMk/>
          <pc:sldMk cId="2654624169" sldId="260"/>
        </pc:sldMkLst>
        <pc:spChg chg="mod">
          <ac:chgData name="Harrison, Gordon" userId="S::gordonhh@email.sc.edu::52148a52-6086-4a55-9af9-6e404bea2225" providerId="AD" clId="Web-{D85DF07C-59DC-AF96-0F6C-2C49221F0771}" dt="2025-04-27T18:39:14.805" v="4534" actId="20577"/>
          <ac:spMkLst>
            <pc:docMk/>
            <pc:sldMk cId="2654624169" sldId="260"/>
            <ac:spMk id="2" creationId="{812CBBF8-DDBB-1CA4-54BD-3F95F0E3EF66}"/>
          </ac:spMkLst>
        </pc:spChg>
        <pc:spChg chg="mod">
          <ac:chgData name="Harrison, Gordon" userId="S::gordonhh@email.sc.edu::52148a52-6086-4a55-9af9-6e404bea2225" providerId="AD" clId="Web-{D85DF07C-59DC-AF96-0F6C-2C49221F0771}" dt="2025-04-27T18:59:58.914" v="4722" actId="20577"/>
          <ac:spMkLst>
            <pc:docMk/>
            <pc:sldMk cId="2654624169" sldId="260"/>
            <ac:spMk id="3" creationId="{4B0A24A2-3676-0D12-FFD0-74983AA1428E}"/>
          </ac:spMkLst>
        </pc:spChg>
        <pc:spChg chg="add mod">
          <ac:chgData name="Harrison, Gordon" userId="S::gordonhh@email.sc.edu::52148a52-6086-4a55-9af9-6e404bea2225" providerId="AD" clId="Web-{D85DF07C-59DC-AF96-0F6C-2C49221F0771}" dt="2025-04-27T18:00:01.163" v="4495"/>
          <ac:spMkLst>
            <pc:docMk/>
            <pc:sldMk cId="2654624169" sldId="260"/>
            <ac:spMk id="4" creationId="{093064D4-8B71-4A9C-82F2-359C44470E38}"/>
          </ac:spMkLst>
        </pc:spChg>
      </pc:sldChg>
      <pc:sldChg chg="addSp modSp">
        <pc:chgData name="Harrison, Gordon" userId="S::gordonhh@email.sc.edu::52148a52-6086-4a55-9af9-6e404bea2225" providerId="AD" clId="Web-{D85DF07C-59DC-AF96-0F6C-2C49221F0771}" dt="2025-04-27T18:00:01.163" v="4495"/>
        <pc:sldMkLst>
          <pc:docMk/>
          <pc:sldMk cId="999706091" sldId="261"/>
        </pc:sldMkLst>
        <pc:spChg chg="mod">
          <ac:chgData name="Harrison, Gordon" userId="S::gordonhh@email.sc.edu::52148a52-6086-4a55-9af9-6e404bea2225" providerId="AD" clId="Web-{D85DF07C-59DC-AF96-0F6C-2C49221F0771}" dt="2025-04-27T17:59:25.631" v="4490" actId="20577"/>
          <ac:spMkLst>
            <pc:docMk/>
            <pc:sldMk cId="999706091" sldId="261"/>
            <ac:spMk id="2" creationId="{AB53771D-B6F8-29D0-2086-110DD4ACF87E}"/>
          </ac:spMkLst>
        </pc:spChg>
        <pc:spChg chg="mod">
          <ac:chgData name="Harrison, Gordon" userId="S::gordonhh@email.sc.edu::52148a52-6086-4a55-9af9-6e404bea2225" providerId="AD" clId="Web-{D85DF07C-59DC-AF96-0F6C-2C49221F0771}" dt="2025-04-27T17:56:59.688" v="4465" actId="20577"/>
          <ac:spMkLst>
            <pc:docMk/>
            <pc:sldMk cId="999706091" sldId="261"/>
            <ac:spMk id="3" creationId="{CFC191A5-E8CB-0652-8B7E-CA1F91EC1304}"/>
          </ac:spMkLst>
        </pc:spChg>
        <pc:spChg chg="add mod">
          <ac:chgData name="Harrison, Gordon" userId="S::gordonhh@email.sc.edu::52148a52-6086-4a55-9af9-6e404bea2225" providerId="AD" clId="Web-{D85DF07C-59DC-AF96-0F6C-2C49221F0771}" dt="2025-04-27T18:00:01.163" v="4495"/>
          <ac:spMkLst>
            <pc:docMk/>
            <pc:sldMk cId="999706091" sldId="261"/>
            <ac:spMk id="4" creationId="{D69D9A7F-E202-B430-2A91-6CB388D8EC0B}"/>
          </ac:spMkLst>
        </pc:spChg>
      </pc:sldChg>
      <pc:sldChg chg="addSp delSp modSp">
        <pc:chgData name="Harrison, Gordon" userId="S::gordonhh@email.sc.edu::52148a52-6086-4a55-9af9-6e404bea2225" providerId="AD" clId="Web-{D85DF07C-59DC-AF96-0F6C-2C49221F0771}" dt="2025-04-27T18:59:07.429" v="4713" actId="1076"/>
        <pc:sldMkLst>
          <pc:docMk/>
          <pc:sldMk cId="1299408345" sldId="262"/>
        </pc:sldMkLst>
        <pc:spChg chg="mod">
          <ac:chgData name="Harrison, Gordon" userId="S::gordonhh@email.sc.edu::52148a52-6086-4a55-9af9-6e404bea2225" providerId="AD" clId="Web-{D85DF07C-59DC-AF96-0F6C-2C49221F0771}" dt="2025-04-27T17:59:09.802" v="4486" actId="20577"/>
          <ac:spMkLst>
            <pc:docMk/>
            <pc:sldMk cId="1299408345" sldId="262"/>
            <ac:spMk id="2" creationId="{4C695CE6-1533-4398-3FD9-C44B7945B321}"/>
          </ac:spMkLst>
        </pc:spChg>
        <pc:spChg chg="mod">
          <ac:chgData name="Harrison, Gordon" userId="S::gordonhh@email.sc.edu::52148a52-6086-4a55-9af9-6e404bea2225" providerId="AD" clId="Web-{D85DF07C-59DC-AF96-0F6C-2C49221F0771}" dt="2025-04-27T18:58:06.599" v="4699" actId="20577"/>
          <ac:spMkLst>
            <pc:docMk/>
            <pc:sldMk cId="1299408345" sldId="262"/>
            <ac:spMk id="3" creationId="{C40F4891-01B2-A0D5-A7FC-DD27A8F296C4}"/>
          </ac:spMkLst>
        </pc:spChg>
        <pc:spChg chg="add mod">
          <ac:chgData name="Harrison, Gordon" userId="S::gordonhh@email.sc.edu::52148a52-6086-4a55-9af9-6e404bea2225" providerId="AD" clId="Web-{D85DF07C-59DC-AF96-0F6C-2C49221F0771}" dt="2025-04-27T18:00:01.163" v="4495"/>
          <ac:spMkLst>
            <pc:docMk/>
            <pc:sldMk cId="1299408345" sldId="262"/>
            <ac:spMk id="4" creationId="{5DD525E2-A512-7A4C-D941-BA6A23ABB9E0}"/>
          </ac:spMkLst>
        </pc:spChg>
        <pc:picChg chg="add mod">
          <ac:chgData name="Harrison, Gordon" userId="S::gordonhh@email.sc.edu::52148a52-6086-4a55-9af9-6e404bea2225" providerId="AD" clId="Web-{D85DF07C-59DC-AF96-0F6C-2C49221F0771}" dt="2025-04-27T18:59:07.429" v="4713" actId="1076"/>
          <ac:picMkLst>
            <pc:docMk/>
            <pc:sldMk cId="1299408345" sldId="262"/>
            <ac:picMk id="5" creationId="{B1CCF5C1-408B-33CD-25B4-3E6F2AF8B7CC}"/>
          </ac:picMkLst>
        </pc:picChg>
        <pc:picChg chg="add mod">
          <ac:chgData name="Harrison, Gordon" userId="S::gordonhh@email.sc.edu::52148a52-6086-4a55-9af9-6e404bea2225" providerId="AD" clId="Web-{D85DF07C-59DC-AF96-0F6C-2C49221F0771}" dt="2025-04-27T18:59:04.569" v="4712" actId="1076"/>
          <ac:picMkLst>
            <pc:docMk/>
            <pc:sldMk cId="1299408345" sldId="262"/>
            <ac:picMk id="6" creationId="{703BC463-2BE8-D473-6130-FA7EB65DABFB}"/>
          </ac:picMkLst>
        </pc:picChg>
        <pc:picChg chg="add del mod">
          <ac:chgData name="Harrison, Gordon" userId="S::gordonhh@email.sc.edu::52148a52-6086-4a55-9af9-6e404bea2225" providerId="AD" clId="Web-{D85DF07C-59DC-AF96-0F6C-2C49221F0771}" dt="2025-04-27T18:58:57.710" v="4710" actId="1076"/>
          <ac:picMkLst>
            <pc:docMk/>
            <pc:sldMk cId="1299408345" sldId="262"/>
            <ac:picMk id="7" creationId="{27A40D66-18A6-926E-0BB1-69D1592C1F56}"/>
          </ac:picMkLst>
        </pc:picChg>
        <pc:picChg chg="add mod">
          <ac:chgData name="Harrison, Gordon" userId="S::gordonhh@email.sc.edu::52148a52-6086-4a55-9af9-6e404bea2225" providerId="AD" clId="Web-{D85DF07C-59DC-AF96-0F6C-2C49221F0771}" dt="2025-04-27T18:58:59.897" v="4711" actId="1076"/>
          <ac:picMkLst>
            <pc:docMk/>
            <pc:sldMk cId="1299408345" sldId="262"/>
            <ac:picMk id="8" creationId="{1D5186CB-9693-A3A8-D50A-7EE4CB1DA6BB}"/>
          </ac:picMkLst>
        </pc:picChg>
      </pc:sldChg>
      <pc:sldChg chg="addSp modSp">
        <pc:chgData name="Harrison, Gordon" userId="S::gordonhh@email.sc.edu::52148a52-6086-4a55-9af9-6e404bea2225" providerId="AD" clId="Web-{D85DF07C-59DC-AF96-0F6C-2C49221F0771}" dt="2025-04-27T18:59:40.836" v="4719" actId="20577"/>
        <pc:sldMkLst>
          <pc:docMk/>
          <pc:sldMk cId="500253759" sldId="263"/>
        </pc:sldMkLst>
        <pc:spChg chg="mod">
          <ac:chgData name="Harrison, Gordon" userId="S::gordonhh@email.sc.edu::52148a52-6086-4a55-9af9-6e404bea2225" providerId="AD" clId="Web-{D85DF07C-59DC-AF96-0F6C-2C49221F0771}" dt="2025-04-27T17:59:13.427" v="4487" actId="20577"/>
          <ac:spMkLst>
            <pc:docMk/>
            <pc:sldMk cId="500253759" sldId="263"/>
            <ac:spMk id="2" creationId="{F62D6E21-5129-AE59-9502-4FBFF4312CCD}"/>
          </ac:spMkLst>
        </pc:spChg>
        <pc:spChg chg="mod">
          <ac:chgData name="Harrison, Gordon" userId="S::gordonhh@email.sc.edu::52148a52-6086-4a55-9af9-6e404bea2225" providerId="AD" clId="Web-{D85DF07C-59DC-AF96-0F6C-2C49221F0771}" dt="2025-04-27T18:59:40.836" v="4719" actId="20577"/>
          <ac:spMkLst>
            <pc:docMk/>
            <pc:sldMk cId="500253759" sldId="263"/>
            <ac:spMk id="3" creationId="{D0EA398B-82FC-FE25-0C73-BDE3119CFDA0}"/>
          </ac:spMkLst>
        </pc:spChg>
        <pc:spChg chg="add mod">
          <ac:chgData name="Harrison, Gordon" userId="S::gordonhh@email.sc.edu::52148a52-6086-4a55-9af9-6e404bea2225" providerId="AD" clId="Web-{D85DF07C-59DC-AF96-0F6C-2C49221F0771}" dt="2025-04-27T18:00:01.163" v="4495"/>
          <ac:spMkLst>
            <pc:docMk/>
            <pc:sldMk cId="500253759" sldId="263"/>
            <ac:spMk id="4" creationId="{AAB9EC3F-399F-4817-E2D6-935FA511113F}"/>
          </ac:spMkLst>
        </pc:spChg>
      </pc:sldChg>
      <pc:sldChg chg="addSp modSp">
        <pc:chgData name="Harrison, Gordon" userId="S::gordonhh@email.sc.edu::52148a52-6086-4a55-9af9-6e404bea2225" providerId="AD" clId="Web-{D85DF07C-59DC-AF96-0F6C-2C49221F0771}" dt="2025-04-27T18:59:36.257" v="4718" actId="20577"/>
        <pc:sldMkLst>
          <pc:docMk/>
          <pc:sldMk cId="2352965981" sldId="264"/>
        </pc:sldMkLst>
        <pc:spChg chg="mod">
          <ac:chgData name="Harrison, Gordon" userId="S::gordonhh@email.sc.edu::52148a52-6086-4a55-9af9-6e404bea2225" providerId="AD" clId="Web-{D85DF07C-59DC-AF96-0F6C-2C49221F0771}" dt="2025-04-27T17:59:17.552" v="4488" actId="20577"/>
          <ac:spMkLst>
            <pc:docMk/>
            <pc:sldMk cId="2352965981" sldId="264"/>
            <ac:spMk id="2" creationId="{5A20CF9B-B06A-FCD4-F7A6-2C18406F2646}"/>
          </ac:spMkLst>
        </pc:spChg>
        <pc:spChg chg="mod">
          <ac:chgData name="Harrison, Gordon" userId="S::gordonhh@email.sc.edu::52148a52-6086-4a55-9af9-6e404bea2225" providerId="AD" clId="Web-{D85DF07C-59DC-AF96-0F6C-2C49221F0771}" dt="2025-04-27T18:59:36.257" v="4718" actId="20577"/>
          <ac:spMkLst>
            <pc:docMk/>
            <pc:sldMk cId="2352965981" sldId="264"/>
            <ac:spMk id="3" creationId="{26C31547-D2A6-E19D-8950-21378FF4C60C}"/>
          </ac:spMkLst>
        </pc:spChg>
        <pc:spChg chg="add mod">
          <ac:chgData name="Harrison, Gordon" userId="S::gordonhh@email.sc.edu::52148a52-6086-4a55-9af9-6e404bea2225" providerId="AD" clId="Web-{D85DF07C-59DC-AF96-0F6C-2C49221F0771}" dt="2025-04-27T18:00:01.163" v="4495"/>
          <ac:spMkLst>
            <pc:docMk/>
            <pc:sldMk cId="2352965981" sldId="264"/>
            <ac:spMk id="4" creationId="{D1D33AB3-6F0C-58EE-72BB-8FBEA4135113}"/>
          </ac:spMkLst>
        </pc:spChg>
      </pc:sldChg>
      <pc:sldChg chg="addSp modSp">
        <pc:chgData name="Harrison, Gordon" userId="S::gordonhh@email.sc.edu::52148a52-6086-4a55-9af9-6e404bea2225" providerId="AD" clId="Web-{D85DF07C-59DC-AF96-0F6C-2C49221F0771}" dt="2025-04-27T18:59:28.132" v="4716" actId="20577"/>
        <pc:sldMkLst>
          <pc:docMk/>
          <pc:sldMk cId="2176634996" sldId="265"/>
        </pc:sldMkLst>
        <pc:spChg chg="mod">
          <ac:chgData name="Harrison, Gordon" userId="S::gordonhh@email.sc.edu::52148a52-6086-4a55-9af9-6e404bea2225" providerId="AD" clId="Web-{D85DF07C-59DC-AF96-0F6C-2C49221F0771}" dt="2025-04-27T17:59:21.912" v="4489" actId="20577"/>
          <ac:spMkLst>
            <pc:docMk/>
            <pc:sldMk cId="2176634996" sldId="265"/>
            <ac:spMk id="2" creationId="{4803C296-2981-D459-7D3A-0E6422D3CC75}"/>
          </ac:spMkLst>
        </pc:spChg>
        <pc:spChg chg="mod">
          <ac:chgData name="Harrison, Gordon" userId="S::gordonhh@email.sc.edu::52148a52-6086-4a55-9af9-6e404bea2225" providerId="AD" clId="Web-{D85DF07C-59DC-AF96-0F6C-2C49221F0771}" dt="2025-04-27T18:59:28.132" v="4716" actId="20577"/>
          <ac:spMkLst>
            <pc:docMk/>
            <pc:sldMk cId="2176634996" sldId="265"/>
            <ac:spMk id="3" creationId="{979E63B1-163A-1AFF-8AB7-5C1DB3673B53}"/>
          </ac:spMkLst>
        </pc:spChg>
        <pc:spChg chg="add mod">
          <ac:chgData name="Harrison, Gordon" userId="S::gordonhh@email.sc.edu::52148a52-6086-4a55-9af9-6e404bea2225" providerId="AD" clId="Web-{D85DF07C-59DC-AF96-0F6C-2C49221F0771}" dt="2025-04-27T18:00:01.163" v="4495"/>
          <ac:spMkLst>
            <pc:docMk/>
            <pc:sldMk cId="2176634996" sldId="265"/>
            <ac:spMk id="4" creationId="{E1F49680-0EAB-A473-EC3D-26A472A7703B}"/>
          </ac:spMkLst>
        </pc:spChg>
      </pc:sldChg>
      <pc:sldChg chg="new del">
        <pc:chgData name="Harrison, Gordon" userId="S::gordonhh@email.sc.edu::52148a52-6086-4a55-9af9-6e404bea2225" providerId="AD" clId="Web-{D85DF07C-59DC-AF96-0F6C-2C49221F0771}" dt="2025-04-27T16:16:18.451" v="194"/>
        <pc:sldMkLst>
          <pc:docMk/>
          <pc:sldMk cId="1531561222" sldId="266"/>
        </pc:sldMkLst>
      </pc:sldChg>
      <pc:sldChg chg="addSp modSp add replId">
        <pc:chgData name="Harrison, Gordon" userId="S::gordonhh@email.sc.edu::52148a52-6086-4a55-9af9-6e404bea2225" providerId="AD" clId="Web-{D85DF07C-59DC-AF96-0F6C-2C49221F0771}" dt="2025-04-27T18:00:01.163" v="4495"/>
        <pc:sldMkLst>
          <pc:docMk/>
          <pc:sldMk cId="2606774162" sldId="266"/>
        </pc:sldMkLst>
        <pc:spChg chg="mod">
          <ac:chgData name="Harrison, Gordon" userId="S::gordonhh@email.sc.edu::52148a52-6086-4a55-9af9-6e404bea2225" providerId="AD" clId="Web-{D85DF07C-59DC-AF96-0F6C-2C49221F0771}" dt="2025-04-27T17:57:48.455" v="4472" actId="20577"/>
          <ac:spMkLst>
            <pc:docMk/>
            <pc:sldMk cId="2606774162" sldId="266"/>
            <ac:spMk id="2" creationId="{28A82F4D-5E18-A8C6-2A92-C3C20B94A0E8}"/>
          </ac:spMkLst>
        </pc:spChg>
        <pc:spChg chg="mod">
          <ac:chgData name="Harrison, Gordon" userId="S::gordonhh@email.sc.edu::52148a52-6086-4a55-9af9-6e404bea2225" providerId="AD" clId="Web-{D85DF07C-59DC-AF96-0F6C-2C49221F0771}" dt="2025-04-27T17:58:36.723" v="4482" actId="20577"/>
          <ac:spMkLst>
            <pc:docMk/>
            <pc:sldMk cId="2606774162" sldId="266"/>
            <ac:spMk id="3" creationId="{FE73502D-0A3B-982E-99C1-DA8F10A92BF2}"/>
          </ac:spMkLst>
        </pc:spChg>
        <pc:spChg chg="add mod">
          <ac:chgData name="Harrison, Gordon" userId="S::gordonhh@email.sc.edu::52148a52-6086-4a55-9af9-6e404bea2225" providerId="AD" clId="Web-{D85DF07C-59DC-AF96-0F6C-2C49221F0771}" dt="2025-04-27T18:00:01.163" v="4495"/>
          <ac:spMkLst>
            <pc:docMk/>
            <pc:sldMk cId="2606774162" sldId="266"/>
            <ac:spMk id="4" creationId="{0E42EEB0-9736-7BF9-1A83-F50353493C1C}"/>
          </ac:spMkLst>
        </pc:spChg>
      </pc:sldChg>
      <pc:sldChg chg="addSp modSp add replId">
        <pc:chgData name="Harrison, Gordon" userId="S::gordonhh@email.sc.edu::52148a52-6086-4a55-9af9-6e404bea2225" providerId="AD" clId="Web-{D85DF07C-59DC-AF96-0F6C-2C49221F0771}" dt="2025-04-27T18:00:01.163" v="4495"/>
        <pc:sldMkLst>
          <pc:docMk/>
          <pc:sldMk cId="1663899307" sldId="267"/>
        </pc:sldMkLst>
        <pc:spChg chg="mod">
          <ac:chgData name="Harrison, Gordon" userId="S::gordonhh@email.sc.edu::52148a52-6086-4a55-9af9-6e404bea2225" providerId="AD" clId="Web-{D85DF07C-59DC-AF96-0F6C-2C49221F0771}" dt="2025-04-27T17:57:54.956" v="4473" actId="20577"/>
          <ac:spMkLst>
            <pc:docMk/>
            <pc:sldMk cId="1663899307" sldId="267"/>
            <ac:spMk id="2" creationId="{93E69A4E-A2CF-05B4-14D3-0DF5495402E3}"/>
          </ac:spMkLst>
        </pc:spChg>
        <pc:spChg chg="mod">
          <ac:chgData name="Harrison, Gordon" userId="S::gordonhh@email.sc.edu::52148a52-6086-4a55-9af9-6e404bea2225" providerId="AD" clId="Web-{D85DF07C-59DC-AF96-0F6C-2C49221F0771}" dt="2025-04-27T16:23:58.328" v="603" actId="20577"/>
          <ac:spMkLst>
            <pc:docMk/>
            <pc:sldMk cId="1663899307" sldId="267"/>
            <ac:spMk id="3" creationId="{EA2E1205-20BD-4129-1B47-DBA2208C7191}"/>
          </ac:spMkLst>
        </pc:spChg>
        <pc:spChg chg="add mod">
          <ac:chgData name="Harrison, Gordon" userId="S::gordonhh@email.sc.edu::52148a52-6086-4a55-9af9-6e404bea2225" providerId="AD" clId="Web-{D85DF07C-59DC-AF96-0F6C-2C49221F0771}" dt="2025-04-27T18:00:01.163" v="4495"/>
          <ac:spMkLst>
            <pc:docMk/>
            <pc:sldMk cId="1663899307" sldId="267"/>
            <ac:spMk id="4" creationId="{EF347FA1-93BC-C671-E0BE-069A9ECCF4AD}"/>
          </ac:spMkLst>
        </pc:spChg>
      </pc:sldChg>
      <pc:sldChg chg="addSp modSp add replId">
        <pc:chgData name="Harrison, Gordon" userId="S::gordonhh@email.sc.edu::52148a52-6086-4a55-9af9-6e404bea2225" providerId="AD" clId="Web-{D85DF07C-59DC-AF96-0F6C-2C49221F0771}" dt="2025-04-27T19:28:34.942" v="4779" actId="20577"/>
        <pc:sldMkLst>
          <pc:docMk/>
          <pc:sldMk cId="661946796" sldId="268"/>
        </pc:sldMkLst>
        <pc:spChg chg="mod">
          <ac:chgData name="Harrison, Gordon" userId="S::gordonhh@email.sc.edu::52148a52-6086-4a55-9af9-6e404bea2225" providerId="AD" clId="Web-{D85DF07C-59DC-AF96-0F6C-2C49221F0771}" dt="2025-04-27T18:39:19.289" v="4537" actId="20577"/>
          <ac:spMkLst>
            <pc:docMk/>
            <pc:sldMk cId="661946796" sldId="268"/>
            <ac:spMk id="2" creationId="{352EE4C7-6200-5B6E-B6DC-5DA83CCB1B53}"/>
          </ac:spMkLst>
        </pc:spChg>
        <pc:spChg chg="mod">
          <ac:chgData name="Harrison, Gordon" userId="S::gordonhh@email.sc.edu::52148a52-6086-4a55-9af9-6e404bea2225" providerId="AD" clId="Web-{D85DF07C-59DC-AF96-0F6C-2C49221F0771}" dt="2025-04-27T19:28:34.942" v="4779" actId="20577"/>
          <ac:spMkLst>
            <pc:docMk/>
            <pc:sldMk cId="661946796" sldId="268"/>
            <ac:spMk id="3" creationId="{BFCEB00D-A46C-9741-3F03-063F0D4A0DF0}"/>
          </ac:spMkLst>
        </pc:spChg>
        <pc:spChg chg="add mod">
          <ac:chgData name="Harrison, Gordon" userId="S::gordonhh@email.sc.edu::52148a52-6086-4a55-9af9-6e404bea2225" providerId="AD" clId="Web-{D85DF07C-59DC-AF96-0F6C-2C49221F0771}" dt="2025-04-27T18:00:01.163" v="4495"/>
          <ac:spMkLst>
            <pc:docMk/>
            <pc:sldMk cId="661946796" sldId="268"/>
            <ac:spMk id="4" creationId="{19468FD4-E6A9-B1D9-9D4B-9F8423B476EC}"/>
          </ac:spMkLst>
        </pc:spChg>
      </pc:sldChg>
      <pc:sldChg chg="add del replId">
        <pc:chgData name="Harrison, Gordon" userId="S::gordonhh@email.sc.edu::52148a52-6086-4a55-9af9-6e404bea2225" providerId="AD" clId="Web-{D85DF07C-59DC-AF96-0F6C-2C49221F0771}" dt="2025-04-27T16:26:00.583" v="640"/>
        <pc:sldMkLst>
          <pc:docMk/>
          <pc:sldMk cId="3877484871" sldId="268"/>
        </pc:sldMkLst>
      </pc:sldChg>
      <pc:sldChg chg="add del replId">
        <pc:chgData name="Harrison, Gordon" userId="S::gordonhh@email.sc.edu::52148a52-6086-4a55-9af9-6e404bea2225" providerId="AD" clId="Web-{D85DF07C-59DC-AF96-0F6C-2C49221F0771}" dt="2025-04-27T16:58:34.705" v="1128"/>
        <pc:sldMkLst>
          <pc:docMk/>
          <pc:sldMk cId="571842760" sldId="269"/>
        </pc:sldMkLst>
      </pc:sldChg>
      <pc:sldChg chg="addSp modSp new">
        <pc:chgData name="Harrison, Gordon" userId="S::gordonhh@email.sc.edu::52148a52-6086-4a55-9af9-6e404bea2225" providerId="AD" clId="Web-{D85DF07C-59DC-AF96-0F6C-2C49221F0771}" dt="2025-04-27T18:00:01.163" v="4495"/>
        <pc:sldMkLst>
          <pc:docMk/>
          <pc:sldMk cId="4025778532" sldId="269"/>
        </pc:sldMkLst>
        <pc:spChg chg="mod">
          <ac:chgData name="Harrison, Gordon" userId="S::gordonhh@email.sc.edu::52148a52-6086-4a55-9af9-6e404bea2225" providerId="AD" clId="Web-{D85DF07C-59DC-AF96-0F6C-2C49221F0771}" dt="2025-04-27T17:58:06.081" v="4475" actId="20577"/>
          <ac:spMkLst>
            <pc:docMk/>
            <pc:sldMk cId="4025778532" sldId="269"/>
            <ac:spMk id="2" creationId="{1ED479C0-F4B4-35E8-B551-B9AC947D5DD9}"/>
          </ac:spMkLst>
        </pc:spChg>
        <pc:spChg chg="mod">
          <ac:chgData name="Harrison, Gordon" userId="S::gordonhh@email.sc.edu::52148a52-6086-4a55-9af9-6e404bea2225" providerId="AD" clId="Web-{D85DF07C-59DC-AF96-0F6C-2C49221F0771}" dt="2025-04-27T17:01:32.758" v="1318" actId="20577"/>
          <ac:spMkLst>
            <pc:docMk/>
            <pc:sldMk cId="4025778532" sldId="269"/>
            <ac:spMk id="3" creationId="{16B55A10-8DA3-35FA-7BD2-50E115769FFB}"/>
          </ac:spMkLst>
        </pc:spChg>
        <pc:spChg chg="add mod">
          <ac:chgData name="Harrison, Gordon" userId="S::gordonhh@email.sc.edu::52148a52-6086-4a55-9af9-6e404bea2225" providerId="AD" clId="Web-{D85DF07C-59DC-AF96-0F6C-2C49221F0771}" dt="2025-04-27T18:00:01.163" v="4495"/>
          <ac:spMkLst>
            <pc:docMk/>
            <pc:sldMk cId="4025778532" sldId="269"/>
            <ac:spMk id="4" creationId="{6F242672-12FD-CB98-40E5-F83DD3EDC2DE}"/>
          </ac:spMkLst>
        </pc:spChg>
      </pc:sldChg>
      <pc:sldChg chg="addSp modSp add replId">
        <pc:chgData name="Harrison, Gordon" userId="S::gordonhh@email.sc.edu::52148a52-6086-4a55-9af9-6e404bea2225" providerId="AD" clId="Web-{D85DF07C-59DC-AF96-0F6C-2C49221F0771}" dt="2025-04-27T18:00:01.163" v="4495"/>
        <pc:sldMkLst>
          <pc:docMk/>
          <pc:sldMk cId="994343848" sldId="270"/>
        </pc:sldMkLst>
        <pc:spChg chg="mod">
          <ac:chgData name="Harrison, Gordon" userId="S::gordonhh@email.sc.edu::52148a52-6086-4a55-9af9-6e404bea2225" providerId="AD" clId="Web-{D85DF07C-59DC-AF96-0F6C-2C49221F0771}" dt="2025-04-27T17:58:10.315" v="4476" actId="20577"/>
          <ac:spMkLst>
            <pc:docMk/>
            <pc:sldMk cId="994343848" sldId="270"/>
            <ac:spMk id="2" creationId="{C758BDD7-B166-B511-BC48-8BDE388483DD}"/>
          </ac:spMkLst>
        </pc:spChg>
        <pc:spChg chg="mod">
          <ac:chgData name="Harrison, Gordon" userId="S::gordonhh@email.sc.edu::52148a52-6086-4a55-9af9-6e404bea2225" providerId="AD" clId="Web-{D85DF07C-59DC-AF96-0F6C-2C49221F0771}" dt="2025-04-27T17:03:14.559" v="1427" actId="20577"/>
          <ac:spMkLst>
            <pc:docMk/>
            <pc:sldMk cId="994343848" sldId="270"/>
            <ac:spMk id="3" creationId="{4600C863-8A72-977B-66AB-A178A5DDA7A7}"/>
          </ac:spMkLst>
        </pc:spChg>
        <pc:spChg chg="add mod">
          <ac:chgData name="Harrison, Gordon" userId="S::gordonhh@email.sc.edu::52148a52-6086-4a55-9af9-6e404bea2225" providerId="AD" clId="Web-{D85DF07C-59DC-AF96-0F6C-2C49221F0771}" dt="2025-04-27T18:00:01.163" v="4495"/>
          <ac:spMkLst>
            <pc:docMk/>
            <pc:sldMk cId="994343848" sldId="270"/>
            <ac:spMk id="4" creationId="{CB270121-A8BE-6836-ED9C-5519A7B1C286}"/>
          </ac:spMkLst>
        </pc:spChg>
      </pc:sldChg>
      <pc:sldChg chg="addSp delSp modSp new ord">
        <pc:chgData name="Harrison, Gordon" userId="S::gordonhh@email.sc.edu::52148a52-6086-4a55-9af9-6e404bea2225" providerId="AD" clId="Web-{D85DF07C-59DC-AF96-0F6C-2C49221F0771}" dt="2025-04-27T18:00:01.163" v="4495"/>
        <pc:sldMkLst>
          <pc:docMk/>
          <pc:sldMk cId="672285747" sldId="271"/>
        </pc:sldMkLst>
        <pc:spChg chg="mod">
          <ac:chgData name="Harrison, Gordon" userId="S::gordonhh@email.sc.edu::52148a52-6086-4a55-9af9-6e404bea2225" providerId="AD" clId="Web-{D85DF07C-59DC-AF96-0F6C-2C49221F0771}" dt="2025-04-27T17:58:15.394" v="4477" actId="20577"/>
          <ac:spMkLst>
            <pc:docMk/>
            <pc:sldMk cId="672285747" sldId="271"/>
            <ac:spMk id="2" creationId="{C79F69C1-E941-A682-6A73-27EC9066F5A5}"/>
          </ac:spMkLst>
        </pc:spChg>
        <pc:spChg chg="del">
          <ac:chgData name="Harrison, Gordon" userId="S::gordonhh@email.sc.edu::52148a52-6086-4a55-9af9-6e404bea2225" providerId="AD" clId="Web-{D85DF07C-59DC-AF96-0F6C-2C49221F0771}" dt="2025-04-27T17:25:12.162" v="2131"/>
          <ac:spMkLst>
            <pc:docMk/>
            <pc:sldMk cId="672285747" sldId="271"/>
            <ac:spMk id="3" creationId="{4826B20E-8710-EE06-54BE-EEA3FB3F2B01}"/>
          </ac:spMkLst>
        </pc:spChg>
        <pc:spChg chg="add mod">
          <ac:chgData name="Harrison, Gordon" userId="S::gordonhh@email.sc.edu::52148a52-6086-4a55-9af9-6e404bea2225" providerId="AD" clId="Web-{D85DF07C-59DC-AF96-0F6C-2C49221F0771}" dt="2025-04-27T18:00:01.163" v="4495"/>
          <ac:spMkLst>
            <pc:docMk/>
            <pc:sldMk cId="672285747" sldId="271"/>
            <ac:spMk id="6" creationId="{DD66810F-239E-61BF-BEA4-F1F028FA2A24}"/>
          </ac:spMkLst>
        </pc:spChg>
        <pc:graphicFrameChg chg="add mod ord modGraphic">
          <ac:chgData name="Harrison, Gordon" userId="S::gordonhh@email.sc.edu::52148a52-6086-4a55-9af9-6e404bea2225" providerId="AD" clId="Web-{D85DF07C-59DC-AF96-0F6C-2C49221F0771}" dt="2025-04-27T17:25:12.162" v="2131"/>
          <ac:graphicFrameMkLst>
            <pc:docMk/>
            <pc:sldMk cId="672285747" sldId="271"/>
            <ac:graphicFrameMk id="5" creationId="{A660D2D6-9A4F-1D2B-8C6A-E6A3E0123F06}"/>
          </ac:graphicFrameMkLst>
        </pc:graphicFrameChg>
      </pc:sldChg>
      <pc:sldChg chg="addSp modSp add ord replId">
        <pc:chgData name="Harrison, Gordon" userId="S::gordonhh@email.sc.edu::52148a52-6086-4a55-9af9-6e404bea2225" providerId="AD" clId="Web-{D85DF07C-59DC-AF96-0F6C-2C49221F0771}" dt="2025-04-27T18:39:11.430" v="4533" actId="20577"/>
        <pc:sldMkLst>
          <pc:docMk/>
          <pc:sldMk cId="3589036040" sldId="272"/>
        </pc:sldMkLst>
        <pc:spChg chg="mod">
          <ac:chgData name="Harrison, Gordon" userId="S::gordonhh@email.sc.edu::52148a52-6086-4a55-9af9-6e404bea2225" providerId="AD" clId="Web-{D85DF07C-59DC-AF96-0F6C-2C49221F0771}" dt="2025-04-27T18:39:11.430" v="4533" actId="20577"/>
          <ac:spMkLst>
            <pc:docMk/>
            <pc:sldMk cId="3589036040" sldId="272"/>
            <ac:spMk id="2" creationId="{EAC7FC45-12DD-B585-6B36-D66A2A464A4F}"/>
          </ac:spMkLst>
        </pc:spChg>
        <pc:spChg chg="mod">
          <ac:chgData name="Harrison, Gordon" userId="S::gordonhh@email.sc.edu::52148a52-6086-4a55-9af9-6e404bea2225" providerId="AD" clId="Web-{D85DF07C-59DC-AF96-0F6C-2C49221F0771}" dt="2025-04-27T17:36:45.922" v="2893" actId="20577"/>
          <ac:spMkLst>
            <pc:docMk/>
            <pc:sldMk cId="3589036040" sldId="272"/>
            <ac:spMk id="3" creationId="{4B5AC052-89EC-A292-4278-B97A2048C055}"/>
          </ac:spMkLst>
        </pc:spChg>
        <pc:spChg chg="add mod">
          <ac:chgData name="Harrison, Gordon" userId="S::gordonhh@email.sc.edu::52148a52-6086-4a55-9af9-6e404bea2225" providerId="AD" clId="Web-{D85DF07C-59DC-AF96-0F6C-2C49221F0771}" dt="2025-04-27T18:00:01.163" v="4495"/>
          <ac:spMkLst>
            <pc:docMk/>
            <pc:sldMk cId="3589036040" sldId="272"/>
            <ac:spMk id="4" creationId="{20260665-2689-DE0E-426D-2A8178C4DAC9}"/>
          </ac:spMkLst>
        </pc:spChg>
      </pc:sldChg>
      <pc:sldChg chg="addSp delSp modSp new ord">
        <pc:chgData name="Harrison, Gordon" userId="S::gordonhh@email.sc.edu::52148a52-6086-4a55-9af9-6e404bea2225" providerId="AD" clId="Web-{D85DF07C-59DC-AF96-0F6C-2C49221F0771}" dt="2025-04-27T18:38:59.773" v="4530"/>
        <pc:sldMkLst>
          <pc:docMk/>
          <pc:sldMk cId="3719921875" sldId="273"/>
        </pc:sldMkLst>
        <pc:spChg chg="mod">
          <ac:chgData name="Harrison, Gordon" userId="S::gordonhh@email.sc.edu::52148a52-6086-4a55-9af9-6e404bea2225" providerId="AD" clId="Web-{D85DF07C-59DC-AF96-0F6C-2C49221F0771}" dt="2025-04-27T18:37:32.880" v="4513" actId="20577"/>
          <ac:spMkLst>
            <pc:docMk/>
            <pc:sldMk cId="3719921875" sldId="273"/>
            <ac:spMk id="2" creationId="{9829F11A-3800-017B-376D-421450370F26}"/>
          </ac:spMkLst>
        </pc:spChg>
        <pc:spChg chg="del">
          <ac:chgData name="Harrison, Gordon" userId="S::gordonhh@email.sc.edu::52148a52-6086-4a55-9af9-6e404bea2225" providerId="AD" clId="Web-{D85DF07C-59DC-AF96-0F6C-2C49221F0771}" dt="2025-04-27T18:37:22.974" v="4505"/>
          <ac:spMkLst>
            <pc:docMk/>
            <pc:sldMk cId="3719921875" sldId="273"/>
            <ac:spMk id="3" creationId="{1ECE681B-BE51-A832-E620-8C3C5A6EE2C0}"/>
          </ac:spMkLst>
        </pc:spChg>
        <pc:picChg chg="add mod ord">
          <ac:chgData name="Harrison, Gordon" userId="S::gordonhh@email.sc.edu::52148a52-6086-4a55-9af9-6e404bea2225" providerId="AD" clId="Web-{D85DF07C-59DC-AF96-0F6C-2C49221F0771}" dt="2025-04-27T18:37:22.974" v="4505"/>
          <ac:picMkLst>
            <pc:docMk/>
            <pc:sldMk cId="3719921875" sldId="273"/>
            <ac:picMk id="5" creationId="{FDE39DE6-B450-8E86-7B0D-1897AEC54BD9}"/>
          </ac:picMkLst>
        </pc:picChg>
      </pc:sldChg>
      <pc:sldChg chg="addSp delSp modSp new">
        <pc:chgData name="Harrison, Gordon" userId="S::gordonhh@email.sc.edu::52148a52-6086-4a55-9af9-6e404bea2225" providerId="AD" clId="Web-{D85DF07C-59DC-AF96-0F6C-2C49221F0771}" dt="2025-04-27T18:38:40.351" v="4527" actId="20577"/>
        <pc:sldMkLst>
          <pc:docMk/>
          <pc:sldMk cId="3073939306" sldId="274"/>
        </pc:sldMkLst>
        <pc:spChg chg="mod">
          <ac:chgData name="Harrison, Gordon" userId="S::gordonhh@email.sc.edu::52148a52-6086-4a55-9af9-6e404bea2225" providerId="AD" clId="Web-{D85DF07C-59DC-AF96-0F6C-2C49221F0771}" dt="2025-04-27T18:38:40.351" v="4527" actId="20577"/>
          <ac:spMkLst>
            <pc:docMk/>
            <pc:sldMk cId="3073939306" sldId="274"/>
            <ac:spMk id="2" creationId="{190D134C-A3D5-03E6-9663-0791D3CDB7D1}"/>
          </ac:spMkLst>
        </pc:spChg>
        <pc:spChg chg="del">
          <ac:chgData name="Harrison, Gordon" userId="S::gordonhh@email.sc.edu::52148a52-6086-4a55-9af9-6e404bea2225" providerId="AD" clId="Web-{D85DF07C-59DC-AF96-0F6C-2C49221F0771}" dt="2025-04-27T18:38:32.366" v="4515"/>
          <ac:spMkLst>
            <pc:docMk/>
            <pc:sldMk cId="3073939306" sldId="274"/>
            <ac:spMk id="3" creationId="{65C7CFAB-2ABF-7E53-8458-FCE088D5B0FB}"/>
          </ac:spMkLst>
        </pc:spChg>
        <pc:picChg chg="add mod ord">
          <ac:chgData name="Harrison, Gordon" userId="S::gordonhh@email.sc.edu::52148a52-6086-4a55-9af9-6e404bea2225" providerId="AD" clId="Web-{D85DF07C-59DC-AF96-0F6C-2C49221F0771}" dt="2025-04-27T18:38:32.366" v="4515"/>
          <ac:picMkLst>
            <pc:docMk/>
            <pc:sldMk cId="3073939306" sldId="274"/>
            <ac:picMk id="5" creationId="{D5C91A00-25AA-AF9F-E699-3D59CB6F87ED}"/>
          </ac:picMkLst>
        </pc:picChg>
      </pc:sldChg>
      <pc:sldChg chg="addSp delSp modSp new">
        <pc:chgData name="Harrison, Gordon" userId="S::gordonhh@email.sc.edu::52148a52-6086-4a55-9af9-6e404bea2225" providerId="AD" clId="Web-{D85DF07C-59DC-AF96-0F6C-2C49221F0771}" dt="2025-04-27T18:51:52.511" v="4551"/>
        <pc:sldMkLst>
          <pc:docMk/>
          <pc:sldMk cId="4289308549" sldId="275"/>
        </pc:sldMkLst>
        <pc:spChg chg="mod">
          <ac:chgData name="Harrison, Gordon" userId="S::gordonhh@email.sc.edu::52148a52-6086-4a55-9af9-6e404bea2225" providerId="AD" clId="Web-{D85DF07C-59DC-AF96-0F6C-2C49221F0771}" dt="2025-04-27T18:51:49.621" v="4550" actId="20577"/>
          <ac:spMkLst>
            <pc:docMk/>
            <pc:sldMk cId="4289308549" sldId="275"/>
            <ac:spMk id="2" creationId="{D091E923-FDC7-67BB-F314-C342DE7AB9DB}"/>
          </ac:spMkLst>
        </pc:spChg>
        <pc:spChg chg="del">
          <ac:chgData name="Harrison, Gordon" userId="S::gordonhh@email.sc.edu::52148a52-6086-4a55-9af9-6e404bea2225" providerId="AD" clId="Web-{D85DF07C-59DC-AF96-0F6C-2C49221F0771}" dt="2025-04-27T18:51:52.511" v="4551"/>
          <ac:spMkLst>
            <pc:docMk/>
            <pc:sldMk cId="4289308549" sldId="275"/>
            <ac:spMk id="3" creationId="{016CFDC5-A2E1-EFBA-1D72-0F0816E83924}"/>
          </ac:spMkLst>
        </pc:spChg>
        <pc:picChg chg="add mod ord">
          <ac:chgData name="Harrison, Gordon" userId="S::gordonhh@email.sc.edu::52148a52-6086-4a55-9af9-6e404bea2225" providerId="AD" clId="Web-{D85DF07C-59DC-AF96-0F6C-2C49221F0771}" dt="2025-04-27T18:51:52.511" v="4551"/>
          <ac:picMkLst>
            <pc:docMk/>
            <pc:sldMk cId="4289308549" sldId="275"/>
            <ac:picMk id="5" creationId="{1B6290E4-053C-077E-95EC-0BDBF93E5C27}"/>
          </ac:picMkLst>
        </pc:picChg>
      </pc:sldChg>
      <pc:sldMasterChg chg="mod modSldLayout">
        <pc:chgData name="Harrison, Gordon" userId="S::gordonhh@email.sc.edu::52148a52-6086-4a55-9af9-6e404bea2225" providerId="AD" clId="Web-{D85DF07C-59DC-AF96-0F6C-2C49221F0771}" dt="2025-04-27T18:00:07.211" v="4498"/>
        <pc:sldMasterMkLst>
          <pc:docMk/>
          <pc:sldMasterMk cId="2460954070" sldId="2147483660"/>
        </pc:sldMasterMkLst>
        <pc:sldLayoutChg chg="mod">
          <pc:chgData name="Harrison, Gordon" userId="S::gordonhh@email.sc.edu::52148a52-6086-4a55-9af9-6e404bea2225" providerId="AD" clId="Web-{D85DF07C-59DC-AF96-0F6C-2C49221F0771}" dt="2025-04-27T18:00:07.211" v="4498"/>
          <pc:sldLayoutMkLst>
            <pc:docMk/>
            <pc:sldMasterMk cId="2460954070" sldId="2147483660"/>
            <pc:sldLayoutMk cId="2385387890" sldId="2147483661"/>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949138452" sldId="2147483662"/>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2591524520" sldId="2147483663"/>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1203092039" sldId="2147483664"/>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3733172339" sldId="2147483665"/>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3210312558" sldId="2147483666"/>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3146388984" sldId="2147483667"/>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3171841454" sldId="2147483668"/>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1718958274" sldId="2147483669"/>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2202905451" sldId="2147483670"/>
          </pc:sldLayoutMkLst>
        </pc:sldLayoutChg>
        <pc:sldLayoutChg chg="mod">
          <pc:chgData name="Harrison, Gordon" userId="S::gordonhh@email.sc.edu::52148a52-6086-4a55-9af9-6e404bea2225" providerId="AD" clId="Web-{D85DF07C-59DC-AF96-0F6C-2C49221F0771}" dt="2025-04-27T18:00:07.211" v="4498"/>
          <pc:sldLayoutMkLst>
            <pc:docMk/>
            <pc:sldMasterMk cId="2460954070" sldId="2147483660"/>
            <pc:sldLayoutMk cId="3479445657" sldId="2147483671"/>
          </pc:sldLayoutMkLst>
        </pc:sldLayoutChg>
      </pc:sldMasterChg>
    </pc:docChg>
  </pc:docChgLst>
  <pc:docChgLst>
    <pc:chgData name="Harrison, Gordon" userId="S::gordonhh@email.sc.edu::52148a52-6086-4a55-9af9-6e404bea2225" providerId="AD" clId="Web-{26606BBE-84E0-8BC8-4F39-494CD83B4944}"/>
    <pc:docChg chg="modSld sldOrd">
      <pc:chgData name="Harrison, Gordon" userId="S::gordonhh@email.sc.edu::52148a52-6086-4a55-9af9-6e404bea2225" providerId="AD" clId="Web-{26606BBE-84E0-8BC8-4F39-494CD83B4944}" dt="2025-04-28T12:56:11.553" v="21" actId="20577"/>
      <pc:docMkLst>
        <pc:docMk/>
      </pc:docMkLst>
      <pc:sldChg chg="modSp">
        <pc:chgData name="Harrison, Gordon" userId="S::gordonhh@email.sc.edu::52148a52-6086-4a55-9af9-6e404bea2225" providerId="AD" clId="Web-{26606BBE-84E0-8BC8-4F39-494CD83B4944}" dt="2025-04-28T12:56:11.553" v="21" actId="20577"/>
        <pc:sldMkLst>
          <pc:docMk/>
          <pc:sldMk cId="999706091" sldId="261"/>
        </pc:sldMkLst>
        <pc:spChg chg="mod">
          <ac:chgData name="Harrison, Gordon" userId="S::gordonhh@email.sc.edu::52148a52-6086-4a55-9af9-6e404bea2225" providerId="AD" clId="Web-{26606BBE-84E0-8BC8-4F39-494CD83B4944}" dt="2025-04-28T12:56:11.553" v="21" actId="20577"/>
          <ac:spMkLst>
            <pc:docMk/>
            <pc:sldMk cId="999706091" sldId="261"/>
            <ac:spMk id="3" creationId="{CFC191A5-E8CB-0652-8B7E-CA1F91EC1304}"/>
          </ac:spMkLst>
        </pc:spChg>
      </pc:sldChg>
      <pc:sldChg chg="ord">
        <pc:chgData name="Harrison, Gordon" userId="S::gordonhh@email.sc.edu::52148a52-6086-4a55-9af9-6e404bea2225" providerId="AD" clId="Web-{26606BBE-84E0-8BC8-4F39-494CD83B4944}" dt="2025-04-28T12:44:59.137" v="0"/>
        <pc:sldMkLst>
          <pc:docMk/>
          <pc:sldMk cId="719968770" sldId="276"/>
        </pc:sldMkLst>
      </pc:sldChg>
    </pc:docChg>
  </pc:docChgLst>
  <pc:docChgLst>
    <pc:chgData name="Harrison, Gordon" userId="S::gordonhh@email.sc.edu::52148a52-6086-4a55-9af9-6e404bea2225" providerId="AD" clId="Web-{68B60C21-0DEC-C735-A1BA-481D438A12D3}"/>
    <pc:docChg chg="addSld delSld modSld sldOrd">
      <pc:chgData name="Harrison, Gordon" userId="S::gordonhh@email.sc.edu::52148a52-6086-4a55-9af9-6e404bea2225" providerId="AD" clId="Web-{68B60C21-0DEC-C735-A1BA-481D438A12D3}" dt="2025-04-28T17:41:02.362" v="175"/>
      <pc:docMkLst>
        <pc:docMk/>
      </pc:docMkLst>
      <pc:sldChg chg="modSp ord">
        <pc:chgData name="Harrison, Gordon" userId="S::gordonhh@email.sc.edu::52148a52-6086-4a55-9af9-6e404bea2225" providerId="AD" clId="Web-{68B60C21-0DEC-C735-A1BA-481D438A12D3}" dt="2025-04-28T17:25:32.547" v="2"/>
        <pc:sldMkLst>
          <pc:docMk/>
          <pc:sldMk cId="2654624169" sldId="260"/>
        </pc:sldMkLst>
        <pc:spChg chg="mod">
          <ac:chgData name="Harrison, Gordon" userId="S::gordonhh@email.sc.edu::52148a52-6086-4a55-9af9-6e404bea2225" providerId="AD" clId="Web-{68B60C21-0DEC-C735-A1BA-481D438A12D3}" dt="2025-04-28T17:18:41.227" v="1" actId="20577"/>
          <ac:spMkLst>
            <pc:docMk/>
            <pc:sldMk cId="2654624169" sldId="260"/>
            <ac:spMk id="3" creationId="{4B0A24A2-3676-0D12-FFD0-74983AA1428E}"/>
          </ac:spMkLst>
        </pc:spChg>
      </pc:sldChg>
      <pc:sldChg chg="modSp del">
        <pc:chgData name="Harrison, Gordon" userId="S::gordonhh@email.sc.edu::52148a52-6086-4a55-9af9-6e404bea2225" providerId="AD" clId="Web-{68B60C21-0DEC-C735-A1BA-481D438A12D3}" dt="2025-04-28T17:39:45.235" v="169"/>
        <pc:sldMkLst>
          <pc:docMk/>
          <pc:sldMk cId="661946796" sldId="268"/>
        </pc:sldMkLst>
        <pc:spChg chg="mod">
          <ac:chgData name="Harrison, Gordon" userId="S::gordonhh@email.sc.edu::52148a52-6086-4a55-9af9-6e404bea2225" providerId="AD" clId="Web-{68B60C21-0DEC-C735-A1BA-481D438A12D3}" dt="2025-04-28T17:33:33.572" v="37" actId="20577"/>
          <ac:spMkLst>
            <pc:docMk/>
            <pc:sldMk cId="661946796" sldId="268"/>
            <ac:spMk id="3" creationId="{BFCEB00D-A46C-9741-3F03-063F0D4A0DF0}"/>
          </ac:spMkLst>
        </pc:spChg>
      </pc:sldChg>
      <pc:sldChg chg="ord">
        <pc:chgData name="Harrison, Gordon" userId="S::gordonhh@email.sc.edu::52148a52-6086-4a55-9af9-6e404bea2225" providerId="AD" clId="Web-{68B60C21-0DEC-C735-A1BA-481D438A12D3}" dt="2025-04-28T17:41:02.362" v="175"/>
        <pc:sldMkLst>
          <pc:docMk/>
          <pc:sldMk cId="672285747" sldId="271"/>
        </pc:sldMkLst>
      </pc:sldChg>
      <pc:sldChg chg="ord">
        <pc:chgData name="Harrison, Gordon" userId="S::gordonhh@email.sc.edu::52148a52-6086-4a55-9af9-6e404bea2225" providerId="AD" clId="Web-{68B60C21-0DEC-C735-A1BA-481D438A12D3}" dt="2025-04-28T17:25:36.313" v="3"/>
        <pc:sldMkLst>
          <pc:docMk/>
          <pc:sldMk cId="3589036040" sldId="272"/>
        </pc:sldMkLst>
      </pc:sldChg>
      <pc:sldChg chg="ord">
        <pc:chgData name="Harrison, Gordon" userId="S::gordonhh@email.sc.edu::52148a52-6086-4a55-9af9-6e404bea2225" providerId="AD" clId="Web-{68B60C21-0DEC-C735-A1BA-481D438A12D3}" dt="2025-04-28T17:25:39.016" v="4"/>
        <pc:sldMkLst>
          <pc:docMk/>
          <pc:sldMk cId="3719921875" sldId="273"/>
        </pc:sldMkLst>
      </pc:sldChg>
      <pc:sldChg chg="addSp delSp modSp">
        <pc:chgData name="Harrison, Gordon" userId="S::gordonhh@email.sc.edu::52148a52-6086-4a55-9af9-6e404bea2225" providerId="AD" clId="Web-{68B60C21-0DEC-C735-A1BA-481D438A12D3}" dt="2025-04-28T17:39:58.282" v="172" actId="1076"/>
        <pc:sldMkLst>
          <pc:docMk/>
          <pc:sldMk cId="3073939306" sldId="274"/>
        </pc:sldMkLst>
        <pc:spChg chg="add del mod">
          <ac:chgData name="Harrison, Gordon" userId="S::gordonhh@email.sc.edu::52148a52-6086-4a55-9af9-6e404bea2225" providerId="AD" clId="Web-{68B60C21-0DEC-C735-A1BA-481D438A12D3}" dt="2025-04-28T17:39:54.782" v="171"/>
          <ac:spMkLst>
            <pc:docMk/>
            <pc:sldMk cId="3073939306" sldId="274"/>
            <ac:spMk id="7" creationId="{6750CA72-1799-1BF7-8D4D-EBDE926F1B13}"/>
          </ac:spMkLst>
        </pc:spChg>
        <pc:picChg chg="add mod">
          <ac:chgData name="Harrison, Gordon" userId="S::gordonhh@email.sc.edu::52148a52-6086-4a55-9af9-6e404bea2225" providerId="AD" clId="Web-{68B60C21-0DEC-C735-A1BA-481D438A12D3}" dt="2025-04-28T17:39:58.282" v="172" actId="1076"/>
          <ac:picMkLst>
            <pc:docMk/>
            <pc:sldMk cId="3073939306" sldId="274"/>
            <ac:picMk id="3" creationId="{15C150F7-4532-612C-8254-FCCB082612C2}"/>
          </ac:picMkLst>
        </pc:picChg>
        <pc:picChg chg="del">
          <ac:chgData name="Harrison, Gordon" userId="S::gordonhh@email.sc.edu::52148a52-6086-4a55-9af9-6e404bea2225" providerId="AD" clId="Web-{68B60C21-0DEC-C735-A1BA-481D438A12D3}" dt="2025-04-28T17:39:50.095" v="170"/>
          <ac:picMkLst>
            <pc:docMk/>
            <pc:sldMk cId="3073939306" sldId="274"/>
            <ac:picMk id="5" creationId="{D5C91A00-25AA-AF9F-E699-3D59CB6F87ED}"/>
          </ac:picMkLst>
        </pc:picChg>
      </pc:sldChg>
      <pc:sldChg chg="ord">
        <pc:chgData name="Harrison, Gordon" userId="S::gordonhh@email.sc.edu::52148a52-6086-4a55-9af9-6e404bea2225" providerId="AD" clId="Web-{68B60C21-0DEC-C735-A1BA-481D438A12D3}" dt="2025-04-28T17:25:53.907" v="9"/>
        <pc:sldMkLst>
          <pc:docMk/>
          <pc:sldMk cId="4289308549" sldId="275"/>
        </pc:sldMkLst>
      </pc:sldChg>
      <pc:sldChg chg="modSp new del">
        <pc:chgData name="Harrison, Gordon" userId="S::gordonhh@email.sc.edu::52148a52-6086-4a55-9af9-6e404bea2225" providerId="AD" clId="Web-{68B60C21-0DEC-C735-A1BA-481D438A12D3}" dt="2025-04-28T17:34:48.714" v="74"/>
        <pc:sldMkLst>
          <pc:docMk/>
          <pc:sldMk cId="2053019494" sldId="277"/>
        </pc:sldMkLst>
        <pc:spChg chg="mod">
          <ac:chgData name="Harrison, Gordon" userId="S::gordonhh@email.sc.edu::52148a52-6086-4a55-9af9-6e404bea2225" providerId="AD" clId="Web-{68B60C21-0DEC-C735-A1BA-481D438A12D3}" dt="2025-04-28T17:34:43.979" v="73" actId="20577"/>
          <ac:spMkLst>
            <pc:docMk/>
            <pc:sldMk cId="2053019494" sldId="277"/>
            <ac:spMk id="3" creationId="{72725EBF-96DB-1CB1-9818-E99400267461}"/>
          </ac:spMkLst>
        </pc:spChg>
      </pc:sldChg>
      <pc:sldChg chg="modSp add replId">
        <pc:chgData name="Harrison, Gordon" userId="S::gordonhh@email.sc.edu::52148a52-6086-4a55-9af9-6e404bea2225" providerId="AD" clId="Web-{68B60C21-0DEC-C735-A1BA-481D438A12D3}" dt="2025-04-28T17:39:30.735" v="168" actId="20577"/>
        <pc:sldMkLst>
          <pc:docMk/>
          <pc:sldMk cId="3514047996" sldId="277"/>
        </pc:sldMkLst>
        <pc:spChg chg="mod">
          <ac:chgData name="Harrison, Gordon" userId="S::gordonhh@email.sc.edu::52148a52-6086-4a55-9af9-6e404bea2225" providerId="AD" clId="Web-{68B60C21-0DEC-C735-A1BA-481D438A12D3}" dt="2025-04-28T17:39:30.735" v="168" actId="20577"/>
          <ac:spMkLst>
            <pc:docMk/>
            <pc:sldMk cId="3514047996" sldId="277"/>
            <ac:spMk id="3" creationId="{76871CED-AB37-FC5F-7543-3C29527CAAE9}"/>
          </ac:spMkLst>
        </pc:spChg>
      </pc:sldChg>
    </pc:docChg>
  </pc:docChgLst>
  <pc:docChgLst>
    <pc:chgData name="Singh, Megha" userId="S::meghas@email.sc.edu::c9d41fa8-3852-4830-bab6-0a8f93873369" providerId="AD" clId="Web-{1958BFB2-2C6C-C727-7A44-D0CDA261523A}"/>
    <pc:docChg chg="modSld">
      <pc:chgData name="Singh, Megha" userId="S::meghas@email.sc.edu::c9d41fa8-3852-4830-bab6-0a8f93873369" providerId="AD" clId="Web-{1958BFB2-2C6C-C727-7A44-D0CDA261523A}" dt="2025-04-28T17:52:18.384" v="35" actId="1076"/>
      <pc:docMkLst>
        <pc:docMk/>
      </pc:docMkLst>
      <pc:sldChg chg="addSp delSp modSp">
        <pc:chgData name="Singh, Megha" userId="S::meghas@email.sc.edu::c9d41fa8-3852-4830-bab6-0a8f93873369" providerId="AD" clId="Web-{1958BFB2-2C6C-C727-7A44-D0CDA261523A}" dt="2025-04-28T17:52:18.384" v="35" actId="1076"/>
        <pc:sldMkLst>
          <pc:docMk/>
          <pc:sldMk cId="2706817111" sldId="257"/>
        </pc:sldMkLst>
        <pc:spChg chg="add del mod">
          <ac:chgData name="Singh, Megha" userId="S::meghas@email.sc.edu::c9d41fa8-3852-4830-bab6-0a8f93873369" providerId="AD" clId="Web-{1958BFB2-2C6C-C727-7A44-D0CDA261523A}" dt="2025-04-28T17:51:41.774" v="9"/>
          <ac:spMkLst>
            <pc:docMk/>
            <pc:sldMk cId="2706817111" sldId="257"/>
            <ac:spMk id="6" creationId="{EB9C8290-6004-C9FB-56B4-3A332B93CA51}"/>
          </ac:spMkLst>
        </pc:spChg>
        <pc:spChg chg="add mod">
          <ac:chgData name="Singh, Megha" userId="S::meghas@email.sc.edu::c9d41fa8-3852-4830-bab6-0a8f93873369" providerId="AD" clId="Web-{1958BFB2-2C6C-C727-7A44-D0CDA261523A}" dt="2025-04-28T17:52:18.384" v="35" actId="1076"/>
          <ac:spMkLst>
            <pc:docMk/>
            <pc:sldMk cId="2706817111" sldId="257"/>
            <ac:spMk id="7" creationId="{A043CEB8-555B-A9C5-C2BB-28D52D2EF46E}"/>
          </ac:spMkLst>
        </pc:spChg>
        <pc:picChg chg="add mod">
          <ac:chgData name="Singh, Megha" userId="S::meghas@email.sc.edu::c9d41fa8-3852-4830-bab6-0a8f93873369" providerId="AD" clId="Web-{1958BFB2-2C6C-C727-7A44-D0CDA261523A}" dt="2025-04-28T17:52:03.962" v="33" actId="1076"/>
          <ac:picMkLst>
            <pc:docMk/>
            <pc:sldMk cId="2706817111" sldId="257"/>
            <ac:picMk id="5" creationId="{FB6383C5-4867-D9FF-8D2A-DA61508617DB}"/>
          </ac:picMkLst>
        </pc:picChg>
      </pc:sldChg>
      <pc:sldChg chg="modSp">
        <pc:chgData name="Singh, Megha" userId="S::meghas@email.sc.edu::c9d41fa8-3852-4830-bab6-0a8f93873369" providerId="AD" clId="Web-{1958BFB2-2C6C-C727-7A44-D0CDA261523A}" dt="2025-04-28T17:43:02.824" v="1" actId="20577"/>
        <pc:sldMkLst>
          <pc:docMk/>
          <pc:sldMk cId="1108658176" sldId="259"/>
        </pc:sldMkLst>
        <pc:spChg chg="mod">
          <ac:chgData name="Singh, Megha" userId="S::meghas@email.sc.edu::c9d41fa8-3852-4830-bab6-0a8f93873369" providerId="AD" clId="Web-{1958BFB2-2C6C-C727-7A44-D0CDA261523A}" dt="2025-04-28T17:43:02.824" v="1" actId="20577"/>
          <ac:spMkLst>
            <pc:docMk/>
            <pc:sldMk cId="1108658176" sldId="259"/>
            <ac:spMk id="3" creationId="{398685CF-3962-E934-598B-DE05773E5A79}"/>
          </ac:spMkLst>
        </pc:spChg>
      </pc:sldChg>
    </pc:docChg>
  </pc:docChgLst>
  <pc:docChgLst>
    <pc:chgData name="Singh, Megha" userId="S::meghas@email.sc.edu::c9d41fa8-3852-4830-bab6-0a8f93873369" providerId="AD" clId="Web-{5A2D8F6A-163D-D5BF-D4E4-D802B7CFAE36}"/>
    <pc:docChg chg="addSld modSld">
      <pc:chgData name="Singh, Megha" userId="S::meghas@email.sc.edu::c9d41fa8-3852-4830-bab6-0a8f93873369" providerId="AD" clId="Web-{5A2D8F6A-163D-D5BF-D4E4-D802B7CFAE36}" dt="2025-04-27T20:51:30.640" v="138" actId="14100"/>
      <pc:docMkLst>
        <pc:docMk/>
      </pc:docMkLst>
      <pc:sldChg chg="modSp">
        <pc:chgData name="Singh, Megha" userId="S::meghas@email.sc.edu::c9d41fa8-3852-4830-bab6-0a8f93873369" providerId="AD" clId="Web-{5A2D8F6A-163D-D5BF-D4E4-D802B7CFAE36}" dt="2025-04-27T20:43:32.183" v="12"/>
        <pc:sldMkLst>
          <pc:docMk/>
          <pc:sldMk cId="2706817111" sldId="257"/>
        </pc:sldMkLst>
        <pc:spChg chg="mod">
          <ac:chgData name="Singh, Megha" userId="S::meghas@email.sc.edu::c9d41fa8-3852-4830-bab6-0a8f93873369" providerId="AD" clId="Web-{5A2D8F6A-163D-D5BF-D4E4-D802B7CFAE36}" dt="2025-04-27T20:43:32.183" v="12"/>
          <ac:spMkLst>
            <pc:docMk/>
            <pc:sldMk cId="2706817111" sldId="257"/>
            <ac:spMk id="2" creationId="{7B9A4DDA-3AD9-684C-9032-9A745DA6F139}"/>
          </ac:spMkLst>
        </pc:spChg>
      </pc:sldChg>
      <pc:sldChg chg="modSp">
        <pc:chgData name="Singh, Megha" userId="S::meghas@email.sc.edu::c9d41fa8-3852-4830-bab6-0a8f93873369" providerId="AD" clId="Web-{5A2D8F6A-163D-D5BF-D4E4-D802B7CFAE36}" dt="2025-04-27T20:43:16.729" v="8"/>
        <pc:sldMkLst>
          <pc:docMk/>
          <pc:sldMk cId="1108658176" sldId="259"/>
        </pc:sldMkLst>
        <pc:spChg chg="mod">
          <ac:chgData name="Singh, Megha" userId="S::meghas@email.sc.edu::c9d41fa8-3852-4830-bab6-0a8f93873369" providerId="AD" clId="Web-{5A2D8F6A-163D-D5BF-D4E4-D802B7CFAE36}" dt="2025-04-27T20:43:16.729" v="8"/>
          <ac:spMkLst>
            <pc:docMk/>
            <pc:sldMk cId="1108658176" sldId="259"/>
            <ac:spMk id="2" creationId="{CF5BDF8F-7D9F-459C-0AEE-764238A7260A}"/>
          </ac:spMkLst>
        </pc:spChg>
      </pc:sldChg>
      <pc:sldChg chg="modSp">
        <pc:chgData name="Singh, Megha" userId="S::meghas@email.sc.edu::c9d41fa8-3852-4830-bab6-0a8f93873369" providerId="AD" clId="Web-{5A2D8F6A-163D-D5BF-D4E4-D802B7CFAE36}" dt="2025-04-27T20:43:47.153" v="15" actId="14100"/>
        <pc:sldMkLst>
          <pc:docMk/>
          <pc:sldMk cId="2654624169" sldId="260"/>
        </pc:sldMkLst>
        <pc:spChg chg="mod">
          <ac:chgData name="Singh, Megha" userId="S::meghas@email.sc.edu::c9d41fa8-3852-4830-bab6-0a8f93873369" providerId="AD" clId="Web-{5A2D8F6A-163D-D5BF-D4E4-D802B7CFAE36}" dt="2025-04-27T20:43:47.153" v="15" actId="14100"/>
          <ac:spMkLst>
            <pc:docMk/>
            <pc:sldMk cId="2654624169" sldId="260"/>
            <ac:spMk id="2" creationId="{812CBBF8-DDBB-1CA4-54BD-3F95F0E3EF66}"/>
          </ac:spMkLst>
        </pc:spChg>
      </pc:sldChg>
      <pc:sldChg chg="modSp">
        <pc:chgData name="Singh, Megha" userId="S::meghas@email.sc.edu::c9d41fa8-3852-4830-bab6-0a8f93873369" providerId="AD" clId="Web-{5A2D8F6A-163D-D5BF-D4E4-D802B7CFAE36}" dt="2025-04-27T20:46:51.385" v="107" actId="20577"/>
        <pc:sldMkLst>
          <pc:docMk/>
          <pc:sldMk cId="999706091" sldId="261"/>
        </pc:sldMkLst>
        <pc:spChg chg="mod">
          <ac:chgData name="Singh, Megha" userId="S::meghas@email.sc.edu::c9d41fa8-3852-4830-bab6-0a8f93873369" providerId="AD" clId="Web-{5A2D8F6A-163D-D5BF-D4E4-D802B7CFAE36}" dt="2025-04-27T20:46:51.385" v="107" actId="20577"/>
          <ac:spMkLst>
            <pc:docMk/>
            <pc:sldMk cId="999706091" sldId="261"/>
            <ac:spMk id="2" creationId="{AB53771D-B6F8-29D0-2086-110DD4ACF87E}"/>
          </ac:spMkLst>
        </pc:spChg>
      </pc:sldChg>
      <pc:sldChg chg="modSp">
        <pc:chgData name="Singh, Megha" userId="S::meghas@email.sc.edu::c9d41fa8-3852-4830-bab6-0a8f93873369" providerId="AD" clId="Web-{5A2D8F6A-163D-D5BF-D4E4-D802B7CFAE36}" dt="2025-04-27T20:45:40.724" v="64" actId="20577"/>
        <pc:sldMkLst>
          <pc:docMk/>
          <pc:sldMk cId="1299408345" sldId="262"/>
        </pc:sldMkLst>
        <pc:spChg chg="mod">
          <ac:chgData name="Singh, Megha" userId="S::meghas@email.sc.edu::c9d41fa8-3852-4830-bab6-0a8f93873369" providerId="AD" clId="Web-{5A2D8F6A-163D-D5BF-D4E4-D802B7CFAE36}" dt="2025-04-27T20:45:40.724" v="64" actId="20577"/>
          <ac:spMkLst>
            <pc:docMk/>
            <pc:sldMk cId="1299408345" sldId="262"/>
            <ac:spMk id="2" creationId="{4C695CE6-1533-4398-3FD9-C44B7945B321}"/>
          </ac:spMkLst>
        </pc:spChg>
      </pc:sldChg>
      <pc:sldChg chg="modSp">
        <pc:chgData name="Singh, Megha" userId="S::meghas@email.sc.edu::c9d41fa8-3852-4830-bab6-0a8f93873369" providerId="AD" clId="Web-{5A2D8F6A-163D-D5BF-D4E4-D802B7CFAE36}" dt="2025-04-27T20:45:59.131" v="69" actId="20577"/>
        <pc:sldMkLst>
          <pc:docMk/>
          <pc:sldMk cId="500253759" sldId="263"/>
        </pc:sldMkLst>
        <pc:spChg chg="mod">
          <ac:chgData name="Singh, Megha" userId="S::meghas@email.sc.edu::c9d41fa8-3852-4830-bab6-0a8f93873369" providerId="AD" clId="Web-{5A2D8F6A-163D-D5BF-D4E4-D802B7CFAE36}" dt="2025-04-27T20:45:59.131" v="69" actId="20577"/>
          <ac:spMkLst>
            <pc:docMk/>
            <pc:sldMk cId="500253759" sldId="263"/>
            <ac:spMk id="2" creationId="{F62D6E21-5129-AE59-9502-4FBFF4312CCD}"/>
          </ac:spMkLst>
        </pc:spChg>
      </pc:sldChg>
      <pc:sldChg chg="modSp">
        <pc:chgData name="Singh, Megha" userId="S::meghas@email.sc.edu::c9d41fa8-3852-4830-bab6-0a8f93873369" providerId="AD" clId="Web-{5A2D8F6A-163D-D5BF-D4E4-D802B7CFAE36}" dt="2025-04-27T20:46:18.930" v="88" actId="14100"/>
        <pc:sldMkLst>
          <pc:docMk/>
          <pc:sldMk cId="2352965981" sldId="264"/>
        </pc:sldMkLst>
        <pc:spChg chg="mod">
          <ac:chgData name="Singh, Megha" userId="S::meghas@email.sc.edu::c9d41fa8-3852-4830-bab6-0a8f93873369" providerId="AD" clId="Web-{5A2D8F6A-163D-D5BF-D4E4-D802B7CFAE36}" dt="2025-04-27T20:46:18.930" v="88" actId="14100"/>
          <ac:spMkLst>
            <pc:docMk/>
            <pc:sldMk cId="2352965981" sldId="264"/>
            <ac:spMk id="2" creationId="{5A20CF9B-B06A-FCD4-F7A6-2C18406F2646}"/>
          </ac:spMkLst>
        </pc:spChg>
      </pc:sldChg>
      <pc:sldChg chg="modSp">
        <pc:chgData name="Singh, Megha" userId="S::meghas@email.sc.edu::c9d41fa8-3852-4830-bab6-0a8f93873369" providerId="AD" clId="Web-{5A2D8F6A-163D-D5BF-D4E4-D802B7CFAE36}" dt="2025-04-27T20:46:35.947" v="102" actId="20577"/>
        <pc:sldMkLst>
          <pc:docMk/>
          <pc:sldMk cId="2176634996" sldId="265"/>
        </pc:sldMkLst>
        <pc:spChg chg="mod">
          <ac:chgData name="Singh, Megha" userId="S::meghas@email.sc.edu::c9d41fa8-3852-4830-bab6-0a8f93873369" providerId="AD" clId="Web-{5A2D8F6A-163D-D5BF-D4E4-D802B7CFAE36}" dt="2025-04-27T20:46:35.947" v="102" actId="20577"/>
          <ac:spMkLst>
            <pc:docMk/>
            <pc:sldMk cId="2176634996" sldId="265"/>
            <ac:spMk id="2" creationId="{4803C296-2981-D459-7D3A-0E6422D3CC75}"/>
          </ac:spMkLst>
        </pc:spChg>
      </pc:sldChg>
      <pc:sldChg chg="modSp">
        <pc:chgData name="Singh, Megha" userId="S::meghas@email.sc.edu::c9d41fa8-3852-4830-bab6-0a8f93873369" providerId="AD" clId="Web-{5A2D8F6A-163D-D5BF-D4E4-D802B7CFAE36}" dt="2025-04-27T20:43:28.714" v="11"/>
        <pc:sldMkLst>
          <pc:docMk/>
          <pc:sldMk cId="2606774162" sldId="266"/>
        </pc:sldMkLst>
        <pc:spChg chg="mod">
          <ac:chgData name="Singh, Megha" userId="S::meghas@email.sc.edu::c9d41fa8-3852-4830-bab6-0a8f93873369" providerId="AD" clId="Web-{5A2D8F6A-163D-D5BF-D4E4-D802B7CFAE36}" dt="2025-04-27T20:43:28.714" v="11"/>
          <ac:spMkLst>
            <pc:docMk/>
            <pc:sldMk cId="2606774162" sldId="266"/>
            <ac:spMk id="2" creationId="{28A82F4D-5E18-A8C6-2A92-C3C20B94A0E8}"/>
          </ac:spMkLst>
        </pc:spChg>
      </pc:sldChg>
      <pc:sldChg chg="modSp">
        <pc:chgData name="Singh, Megha" userId="S::meghas@email.sc.edu::c9d41fa8-3852-4830-bab6-0a8f93873369" providerId="AD" clId="Web-{5A2D8F6A-163D-D5BF-D4E4-D802B7CFAE36}" dt="2025-04-27T20:43:24.573" v="10" actId="1076"/>
        <pc:sldMkLst>
          <pc:docMk/>
          <pc:sldMk cId="1663899307" sldId="267"/>
        </pc:sldMkLst>
        <pc:spChg chg="mod">
          <ac:chgData name="Singh, Megha" userId="S::meghas@email.sc.edu::c9d41fa8-3852-4830-bab6-0a8f93873369" providerId="AD" clId="Web-{5A2D8F6A-163D-D5BF-D4E4-D802B7CFAE36}" dt="2025-04-27T20:43:24.573" v="10" actId="1076"/>
          <ac:spMkLst>
            <pc:docMk/>
            <pc:sldMk cId="1663899307" sldId="267"/>
            <ac:spMk id="2" creationId="{93E69A4E-A2CF-05B4-14D3-0DF5495402E3}"/>
          </ac:spMkLst>
        </pc:spChg>
      </pc:sldChg>
      <pc:sldChg chg="modSp">
        <pc:chgData name="Singh, Megha" userId="S::meghas@email.sc.edu::c9d41fa8-3852-4830-bab6-0a8f93873369" providerId="AD" clId="Web-{5A2D8F6A-163D-D5BF-D4E4-D802B7CFAE36}" dt="2025-04-27T20:44:45.892" v="48" actId="1076"/>
        <pc:sldMkLst>
          <pc:docMk/>
          <pc:sldMk cId="661946796" sldId="268"/>
        </pc:sldMkLst>
        <pc:spChg chg="mod">
          <ac:chgData name="Singh, Megha" userId="S::meghas@email.sc.edu::c9d41fa8-3852-4830-bab6-0a8f93873369" providerId="AD" clId="Web-{5A2D8F6A-163D-D5BF-D4E4-D802B7CFAE36}" dt="2025-04-27T20:44:45.892" v="48" actId="1076"/>
          <ac:spMkLst>
            <pc:docMk/>
            <pc:sldMk cId="661946796" sldId="268"/>
            <ac:spMk id="2" creationId="{352EE4C7-6200-5B6E-B6DC-5DA83CCB1B53}"/>
          </ac:spMkLst>
        </pc:spChg>
      </pc:sldChg>
      <pc:sldChg chg="modSp">
        <pc:chgData name="Singh, Megha" userId="S::meghas@email.sc.edu::c9d41fa8-3852-4830-bab6-0a8f93873369" providerId="AD" clId="Web-{5A2D8F6A-163D-D5BF-D4E4-D802B7CFAE36}" dt="2025-04-27T20:42:46.461" v="1"/>
        <pc:sldMkLst>
          <pc:docMk/>
          <pc:sldMk cId="4025778532" sldId="269"/>
        </pc:sldMkLst>
        <pc:spChg chg="mod">
          <ac:chgData name="Singh, Megha" userId="S::meghas@email.sc.edu::c9d41fa8-3852-4830-bab6-0a8f93873369" providerId="AD" clId="Web-{5A2D8F6A-163D-D5BF-D4E4-D802B7CFAE36}" dt="2025-04-27T20:42:46.461" v="1"/>
          <ac:spMkLst>
            <pc:docMk/>
            <pc:sldMk cId="4025778532" sldId="269"/>
            <ac:spMk id="2" creationId="{1ED479C0-F4B4-35E8-B551-B9AC947D5DD9}"/>
          </ac:spMkLst>
        </pc:spChg>
      </pc:sldChg>
      <pc:sldChg chg="modSp">
        <pc:chgData name="Singh, Megha" userId="S::meghas@email.sc.edu::c9d41fa8-3852-4830-bab6-0a8f93873369" providerId="AD" clId="Web-{5A2D8F6A-163D-D5BF-D4E4-D802B7CFAE36}" dt="2025-04-27T20:42:57.509" v="4" actId="14100"/>
        <pc:sldMkLst>
          <pc:docMk/>
          <pc:sldMk cId="994343848" sldId="270"/>
        </pc:sldMkLst>
        <pc:spChg chg="mod">
          <ac:chgData name="Singh, Megha" userId="S::meghas@email.sc.edu::c9d41fa8-3852-4830-bab6-0a8f93873369" providerId="AD" clId="Web-{5A2D8F6A-163D-D5BF-D4E4-D802B7CFAE36}" dt="2025-04-27T20:42:57.509" v="4" actId="14100"/>
          <ac:spMkLst>
            <pc:docMk/>
            <pc:sldMk cId="994343848" sldId="270"/>
            <ac:spMk id="2" creationId="{C758BDD7-B166-B511-BC48-8BDE388483DD}"/>
          </ac:spMkLst>
        </pc:spChg>
      </pc:sldChg>
      <pc:sldChg chg="modSp">
        <pc:chgData name="Singh, Megha" userId="S::meghas@email.sc.edu::c9d41fa8-3852-4830-bab6-0a8f93873369" providerId="AD" clId="Web-{5A2D8F6A-163D-D5BF-D4E4-D802B7CFAE36}" dt="2025-04-27T20:43:09.119" v="7" actId="14100"/>
        <pc:sldMkLst>
          <pc:docMk/>
          <pc:sldMk cId="672285747" sldId="271"/>
        </pc:sldMkLst>
        <pc:spChg chg="mod">
          <ac:chgData name="Singh, Megha" userId="S::meghas@email.sc.edu::c9d41fa8-3852-4830-bab6-0a8f93873369" providerId="AD" clId="Web-{5A2D8F6A-163D-D5BF-D4E4-D802B7CFAE36}" dt="2025-04-27T20:43:09.119" v="7" actId="14100"/>
          <ac:spMkLst>
            <pc:docMk/>
            <pc:sldMk cId="672285747" sldId="271"/>
            <ac:spMk id="2" creationId="{C79F69C1-E941-A682-6A73-27EC9066F5A5}"/>
          </ac:spMkLst>
        </pc:spChg>
      </pc:sldChg>
      <pc:sldChg chg="modSp">
        <pc:chgData name="Singh, Megha" userId="S::meghas@email.sc.edu::c9d41fa8-3852-4830-bab6-0a8f93873369" providerId="AD" clId="Web-{5A2D8F6A-163D-D5BF-D4E4-D802B7CFAE36}" dt="2025-04-27T20:43:58.763" v="18" actId="14100"/>
        <pc:sldMkLst>
          <pc:docMk/>
          <pc:sldMk cId="3589036040" sldId="272"/>
        </pc:sldMkLst>
        <pc:spChg chg="mod">
          <ac:chgData name="Singh, Megha" userId="S::meghas@email.sc.edu::c9d41fa8-3852-4830-bab6-0a8f93873369" providerId="AD" clId="Web-{5A2D8F6A-163D-D5BF-D4E4-D802B7CFAE36}" dt="2025-04-27T20:43:58.763" v="18" actId="14100"/>
          <ac:spMkLst>
            <pc:docMk/>
            <pc:sldMk cId="3589036040" sldId="272"/>
            <ac:spMk id="2" creationId="{EAC7FC45-12DD-B585-6B36-D66A2A464A4F}"/>
          </ac:spMkLst>
        </pc:spChg>
      </pc:sldChg>
      <pc:sldChg chg="modSp">
        <pc:chgData name="Singh, Megha" userId="S::meghas@email.sc.edu::c9d41fa8-3852-4830-bab6-0a8f93873369" providerId="AD" clId="Web-{5A2D8F6A-163D-D5BF-D4E4-D802B7CFAE36}" dt="2025-04-27T20:44:15.124" v="31" actId="14100"/>
        <pc:sldMkLst>
          <pc:docMk/>
          <pc:sldMk cId="3719921875" sldId="273"/>
        </pc:sldMkLst>
        <pc:spChg chg="mod">
          <ac:chgData name="Singh, Megha" userId="S::meghas@email.sc.edu::c9d41fa8-3852-4830-bab6-0a8f93873369" providerId="AD" clId="Web-{5A2D8F6A-163D-D5BF-D4E4-D802B7CFAE36}" dt="2025-04-27T20:44:15.124" v="31" actId="14100"/>
          <ac:spMkLst>
            <pc:docMk/>
            <pc:sldMk cId="3719921875" sldId="273"/>
            <ac:spMk id="2" creationId="{9829F11A-3800-017B-376D-421450370F26}"/>
          </ac:spMkLst>
        </pc:spChg>
      </pc:sldChg>
      <pc:sldChg chg="modSp">
        <pc:chgData name="Singh, Megha" userId="S::meghas@email.sc.edu::c9d41fa8-3852-4830-bab6-0a8f93873369" providerId="AD" clId="Web-{5A2D8F6A-163D-D5BF-D4E4-D802B7CFAE36}" dt="2025-04-27T20:45:27.004" v="53" actId="20577"/>
        <pc:sldMkLst>
          <pc:docMk/>
          <pc:sldMk cId="3073939306" sldId="274"/>
        </pc:sldMkLst>
        <pc:spChg chg="mod">
          <ac:chgData name="Singh, Megha" userId="S::meghas@email.sc.edu::c9d41fa8-3852-4830-bab6-0a8f93873369" providerId="AD" clId="Web-{5A2D8F6A-163D-D5BF-D4E4-D802B7CFAE36}" dt="2025-04-27T20:45:27.004" v="53" actId="20577"/>
          <ac:spMkLst>
            <pc:docMk/>
            <pc:sldMk cId="3073939306" sldId="274"/>
            <ac:spMk id="2" creationId="{190D134C-A3D5-03E6-9663-0791D3CDB7D1}"/>
          </ac:spMkLst>
        </pc:spChg>
      </pc:sldChg>
      <pc:sldChg chg="modSp">
        <pc:chgData name="Singh, Megha" userId="S::meghas@email.sc.edu::c9d41fa8-3852-4830-bab6-0a8f93873369" providerId="AD" clId="Web-{5A2D8F6A-163D-D5BF-D4E4-D802B7CFAE36}" dt="2025-04-27T20:44:30.437" v="44" actId="14100"/>
        <pc:sldMkLst>
          <pc:docMk/>
          <pc:sldMk cId="4289308549" sldId="275"/>
        </pc:sldMkLst>
        <pc:spChg chg="mod">
          <ac:chgData name="Singh, Megha" userId="S::meghas@email.sc.edu::c9d41fa8-3852-4830-bab6-0a8f93873369" providerId="AD" clId="Web-{5A2D8F6A-163D-D5BF-D4E4-D802B7CFAE36}" dt="2025-04-27T20:44:30.437" v="44" actId="14100"/>
          <ac:spMkLst>
            <pc:docMk/>
            <pc:sldMk cId="4289308549" sldId="275"/>
            <ac:spMk id="2" creationId="{D091E923-FDC7-67BB-F314-C342DE7AB9DB}"/>
          </ac:spMkLst>
        </pc:spChg>
      </pc:sldChg>
      <pc:sldChg chg="addSp delSp modSp new mod setBg">
        <pc:chgData name="Singh, Megha" userId="S::meghas@email.sc.edu::c9d41fa8-3852-4830-bab6-0a8f93873369" providerId="AD" clId="Web-{5A2D8F6A-163D-D5BF-D4E4-D802B7CFAE36}" dt="2025-04-27T20:51:30.640" v="138" actId="14100"/>
        <pc:sldMkLst>
          <pc:docMk/>
          <pc:sldMk cId="719968770" sldId="276"/>
        </pc:sldMkLst>
        <pc:spChg chg="del">
          <ac:chgData name="Singh, Megha" userId="S::meghas@email.sc.edu::c9d41fa8-3852-4830-bab6-0a8f93873369" providerId="AD" clId="Web-{5A2D8F6A-163D-D5BF-D4E4-D802B7CFAE36}" dt="2025-04-27T20:49:27.866" v="114"/>
          <ac:spMkLst>
            <pc:docMk/>
            <pc:sldMk cId="719968770" sldId="276"/>
            <ac:spMk id="2" creationId="{92CC0215-B508-AC05-1F6C-ADD4D6FF33BE}"/>
          </ac:spMkLst>
        </pc:spChg>
        <pc:spChg chg="del">
          <ac:chgData name="Singh, Megha" userId="S::meghas@email.sc.edu::c9d41fa8-3852-4830-bab6-0a8f93873369" providerId="AD" clId="Web-{5A2D8F6A-163D-D5BF-D4E4-D802B7CFAE36}" dt="2025-04-27T20:48:48.613" v="109"/>
          <ac:spMkLst>
            <pc:docMk/>
            <pc:sldMk cId="719968770" sldId="276"/>
            <ac:spMk id="3" creationId="{7BC6DF6B-449E-E08D-3916-F4DB99BF1868}"/>
          </ac:spMkLst>
        </pc:spChg>
        <pc:spChg chg="add del">
          <ac:chgData name="Singh, Megha" userId="S::meghas@email.sc.edu::c9d41fa8-3852-4830-bab6-0a8f93873369" providerId="AD" clId="Web-{5A2D8F6A-163D-D5BF-D4E4-D802B7CFAE36}" dt="2025-04-27T20:51:06.185" v="131"/>
          <ac:spMkLst>
            <pc:docMk/>
            <pc:sldMk cId="719968770" sldId="276"/>
            <ac:spMk id="12" creationId="{417CDA24-35F8-4540-8C52-3096D6D94949}"/>
          </ac:spMkLst>
        </pc:spChg>
        <pc:spChg chg="add del">
          <ac:chgData name="Singh, Megha" userId="S::meghas@email.sc.edu::c9d41fa8-3852-4830-bab6-0a8f93873369" providerId="AD" clId="Web-{5A2D8F6A-163D-D5BF-D4E4-D802B7CFAE36}" dt="2025-04-27T20:51:06.185" v="131"/>
          <ac:spMkLst>
            <pc:docMk/>
            <pc:sldMk cId="719968770" sldId="276"/>
            <ac:spMk id="14" creationId="{8658BFE0-4E65-4174-9C75-687C94E88273}"/>
          </ac:spMkLst>
        </pc:spChg>
        <pc:spChg chg="add del">
          <ac:chgData name="Singh, Megha" userId="S::meghas@email.sc.edu::c9d41fa8-3852-4830-bab6-0a8f93873369" providerId="AD" clId="Web-{5A2D8F6A-163D-D5BF-D4E4-D802B7CFAE36}" dt="2025-04-27T20:51:06.185" v="131"/>
          <ac:spMkLst>
            <pc:docMk/>
            <pc:sldMk cId="719968770" sldId="276"/>
            <ac:spMk id="16" creationId="{FA75DFED-A0C1-4A83-BE1D-0271C1826EF6}"/>
          </ac:spMkLst>
        </pc:spChg>
        <pc:spChg chg="add">
          <ac:chgData name="Singh, Megha" userId="S::meghas@email.sc.edu::c9d41fa8-3852-4830-bab6-0a8f93873369" providerId="AD" clId="Web-{5A2D8F6A-163D-D5BF-D4E4-D802B7CFAE36}" dt="2025-04-27T20:51:09.483" v="134"/>
          <ac:spMkLst>
            <pc:docMk/>
            <pc:sldMk cId="719968770" sldId="276"/>
            <ac:spMk id="22" creationId="{417CDA24-35F8-4540-8C52-3096D6D94949}"/>
          </ac:spMkLst>
        </pc:spChg>
        <pc:spChg chg="add">
          <ac:chgData name="Singh, Megha" userId="S::meghas@email.sc.edu::c9d41fa8-3852-4830-bab6-0a8f93873369" providerId="AD" clId="Web-{5A2D8F6A-163D-D5BF-D4E4-D802B7CFAE36}" dt="2025-04-27T20:51:09.483" v="134"/>
          <ac:spMkLst>
            <pc:docMk/>
            <pc:sldMk cId="719968770" sldId="276"/>
            <ac:spMk id="23" creationId="{8658BFE0-4E65-4174-9C75-687C94E88273}"/>
          </ac:spMkLst>
        </pc:spChg>
        <pc:spChg chg="add">
          <ac:chgData name="Singh, Megha" userId="S::meghas@email.sc.edu::c9d41fa8-3852-4830-bab6-0a8f93873369" providerId="AD" clId="Web-{5A2D8F6A-163D-D5BF-D4E4-D802B7CFAE36}" dt="2025-04-27T20:51:09.483" v="134"/>
          <ac:spMkLst>
            <pc:docMk/>
            <pc:sldMk cId="719968770" sldId="276"/>
            <ac:spMk id="24" creationId="{FA75DFED-A0C1-4A83-BE1D-0271C1826EF6}"/>
          </ac:spMkLst>
        </pc:spChg>
        <pc:picChg chg="add mod ord">
          <ac:chgData name="Singh, Megha" userId="S::meghas@email.sc.edu::c9d41fa8-3852-4830-bab6-0a8f93873369" providerId="AD" clId="Web-{5A2D8F6A-163D-D5BF-D4E4-D802B7CFAE36}" dt="2025-04-27T20:51:30.640" v="138" actId="14100"/>
          <ac:picMkLst>
            <pc:docMk/>
            <pc:sldMk cId="719968770" sldId="276"/>
            <ac:picMk id="4" creationId="{A86F3740-AD9F-466B-5B3B-F161DBDCAFF4}"/>
          </ac:picMkLst>
        </pc:picChg>
        <pc:picChg chg="add mod">
          <ac:chgData name="Singh, Megha" userId="S::meghas@email.sc.edu::c9d41fa8-3852-4830-bab6-0a8f93873369" providerId="AD" clId="Web-{5A2D8F6A-163D-D5BF-D4E4-D802B7CFAE36}" dt="2025-04-27T20:51:16.358" v="135" actId="14100"/>
          <ac:picMkLst>
            <pc:docMk/>
            <pc:sldMk cId="719968770" sldId="276"/>
            <ac:picMk id="5" creationId="{7E0F3EDE-F9EB-FCF4-BD3F-C3E98A8EB112}"/>
          </ac:picMkLst>
        </pc:picChg>
        <pc:picChg chg="add mod">
          <ac:chgData name="Singh, Megha" userId="S::meghas@email.sc.edu::c9d41fa8-3852-4830-bab6-0a8f93873369" providerId="AD" clId="Web-{5A2D8F6A-163D-D5BF-D4E4-D802B7CFAE36}" dt="2025-04-27T20:51:20.655" v="136" actId="14100"/>
          <ac:picMkLst>
            <pc:docMk/>
            <pc:sldMk cId="719968770" sldId="276"/>
            <ac:picMk id="6" creationId="{9C131D0B-AC55-E229-657F-420163653541}"/>
          </ac:picMkLst>
        </pc:picChg>
        <pc:picChg chg="add mod ord">
          <ac:chgData name="Singh, Megha" userId="S::meghas@email.sc.edu::c9d41fa8-3852-4830-bab6-0a8f93873369" providerId="AD" clId="Web-{5A2D8F6A-163D-D5BF-D4E4-D802B7CFAE36}" dt="2025-04-27T20:51:26.140" v="137" actId="14100"/>
          <ac:picMkLst>
            <pc:docMk/>
            <pc:sldMk cId="719968770" sldId="276"/>
            <ac:picMk id="7" creationId="{FBC21194-4B96-0370-0D85-860301EB5296}"/>
          </ac:picMkLst>
        </pc:picChg>
        <pc:cxnChg chg="add del">
          <ac:chgData name="Singh, Megha" userId="S::meghas@email.sc.edu::c9d41fa8-3852-4830-bab6-0a8f93873369" providerId="AD" clId="Web-{5A2D8F6A-163D-D5BF-D4E4-D802B7CFAE36}" dt="2025-04-27T20:51:09.483" v="133"/>
          <ac:cxnSpMkLst>
            <pc:docMk/>
            <pc:sldMk cId="719968770" sldId="276"/>
            <ac:cxnSpMk id="18" creationId="{91B6081D-D3E8-4209-B85B-EB1C655A6272}"/>
          </ac:cxnSpMkLst>
        </pc:cxnChg>
        <pc:cxnChg chg="add del">
          <ac:chgData name="Singh, Megha" userId="S::meghas@email.sc.edu::c9d41fa8-3852-4830-bab6-0a8f93873369" providerId="AD" clId="Web-{5A2D8F6A-163D-D5BF-D4E4-D802B7CFAE36}" dt="2025-04-27T20:51:09.483" v="133"/>
          <ac:cxnSpMkLst>
            <pc:docMk/>
            <pc:sldMk cId="719968770" sldId="276"/>
            <ac:cxnSpMk id="19" creationId="{28CA55E4-1295-45C8-BA05-5A9E705B749A}"/>
          </ac:cxnSpMkLst>
        </pc:cxnChg>
        <pc:cxnChg chg="add del">
          <ac:chgData name="Singh, Megha" userId="S::meghas@email.sc.edu::c9d41fa8-3852-4830-bab6-0a8f93873369" providerId="AD" clId="Web-{5A2D8F6A-163D-D5BF-D4E4-D802B7CFAE36}" dt="2025-04-27T20:51:09.483" v="133"/>
          <ac:cxnSpMkLst>
            <pc:docMk/>
            <pc:sldMk cId="719968770" sldId="276"/>
            <ac:cxnSpMk id="20" creationId="{08C5794E-A9A1-4A23-AF68-C79A7822334C}"/>
          </ac:cxnSpMkLst>
        </pc:cxnChg>
      </pc:sldChg>
    </pc:docChg>
  </pc:docChgLst>
  <pc:docChgLst>
    <pc:chgData name="Harrison, Gordon" userId="S::gordonhh@email.sc.edu::52148a52-6086-4a55-9af9-6e404bea2225" providerId="AD" clId="Web-{D5D14B39-ED25-FD9B-B406-BE2A0485F87A}"/>
    <pc:docChg chg="addSld delSld modSld sldOrd">
      <pc:chgData name="Harrison, Gordon" userId="S::gordonhh@email.sc.edu::52148a52-6086-4a55-9af9-6e404bea2225" providerId="AD" clId="Web-{D5D14B39-ED25-FD9B-B406-BE2A0485F87A}" dt="2025-04-28T17:53:36.783" v="21"/>
      <pc:docMkLst>
        <pc:docMk/>
      </pc:docMkLst>
      <pc:sldChg chg="modSp">
        <pc:chgData name="Harrison, Gordon" userId="S::gordonhh@email.sc.edu::52148a52-6086-4a55-9af9-6e404bea2225" providerId="AD" clId="Web-{D5D14B39-ED25-FD9B-B406-BE2A0485F87A}" dt="2025-04-28T17:53:36.783" v="21"/>
        <pc:sldMkLst>
          <pc:docMk/>
          <pc:sldMk cId="1299408345" sldId="262"/>
        </pc:sldMkLst>
        <pc:picChg chg="mod modCrop">
          <ac:chgData name="Harrison, Gordon" userId="S::gordonhh@email.sc.edu::52148a52-6086-4a55-9af9-6e404bea2225" providerId="AD" clId="Web-{D5D14B39-ED25-FD9B-B406-BE2A0485F87A}" dt="2025-04-28T17:53:36.783" v="21"/>
          <ac:picMkLst>
            <pc:docMk/>
            <pc:sldMk cId="1299408345" sldId="262"/>
            <ac:picMk id="7" creationId="{27A40D66-18A6-926E-0BB1-69D1592C1F56}"/>
          </ac:picMkLst>
        </pc:picChg>
      </pc:sldChg>
      <pc:sldChg chg="del">
        <pc:chgData name="Harrison, Gordon" userId="S::gordonhh@email.sc.edu::52148a52-6086-4a55-9af9-6e404bea2225" providerId="AD" clId="Web-{D5D14B39-ED25-FD9B-B406-BE2A0485F87A}" dt="2025-04-28T17:48:04.946" v="0"/>
        <pc:sldMkLst>
          <pc:docMk/>
          <pc:sldMk cId="3589036040" sldId="272"/>
        </pc:sldMkLst>
      </pc:sldChg>
      <pc:sldChg chg="ord">
        <pc:chgData name="Harrison, Gordon" userId="S::gordonhh@email.sc.edu::52148a52-6086-4a55-9af9-6e404bea2225" providerId="AD" clId="Web-{D5D14B39-ED25-FD9B-B406-BE2A0485F87A}" dt="2025-04-28T17:50:14.074" v="1"/>
        <pc:sldMkLst>
          <pc:docMk/>
          <pc:sldMk cId="3719921875" sldId="273"/>
        </pc:sldMkLst>
      </pc:sldChg>
      <pc:sldChg chg="ord">
        <pc:chgData name="Harrison, Gordon" userId="S::gordonhh@email.sc.edu::52148a52-6086-4a55-9af9-6e404bea2225" providerId="AD" clId="Web-{D5D14B39-ED25-FD9B-B406-BE2A0485F87A}" dt="2025-04-28T17:50:24.043" v="3"/>
        <pc:sldMkLst>
          <pc:docMk/>
          <pc:sldMk cId="4289308549" sldId="275"/>
        </pc:sldMkLst>
      </pc:sldChg>
      <pc:sldChg chg="addSp delSp modSp add replId">
        <pc:chgData name="Harrison, Gordon" userId="S::gordonhh@email.sc.edu::52148a52-6086-4a55-9af9-6e404bea2225" providerId="AD" clId="Web-{D5D14B39-ED25-FD9B-B406-BE2A0485F87A}" dt="2025-04-28T17:53:21.627" v="19"/>
        <pc:sldMkLst>
          <pc:docMk/>
          <pc:sldMk cId="3199576170" sldId="278"/>
        </pc:sldMkLst>
        <pc:spChg chg="mod">
          <ac:chgData name="Harrison, Gordon" userId="S::gordonhh@email.sc.edu::52148a52-6086-4a55-9af9-6e404bea2225" providerId="AD" clId="Web-{D5D14B39-ED25-FD9B-B406-BE2A0485F87A}" dt="2025-04-28T17:53:18.455" v="17" actId="20577"/>
          <ac:spMkLst>
            <pc:docMk/>
            <pc:sldMk cId="3199576170" sldId="278"/>
            <ac:spMk id="2" creationId="{E792DF05-67C9-A0CD-A497-C4DD20709FBE}"/>
          </ac:spMkLst>
        </pc:spChg>
        <pc:spChg chg="add del mod">
          <ac:chgData name="Harrison, Gordon" userId="S::gordonhh@email.sc.edu::52148a52-6086-4a55-9af9-6e404bea2225" providerId="AD" clId="Web-{D5D14B39-ED25-FD9B-B406-BE2A0485F87A}" dt="2025-04-28T17:53:21.627" v="19"/>
          <ac:spMkLst>
            <pc:docMk/>
            <pc:sldMk cId="3199576170" sldId="278"/>
            <ac:spMk id="6" creationId="{5C25EB71-2EEB-B10E-82DA-7856D48B26BD}"/>
          </ac:spMkLst>
        </pc:spChg>
        <pc:picChg chg="del">
          <ac:chgData name="Harrison, Gordon" userId="S::gordonhh@email.sc.edu::52148a52-6086-4a55-9af9-6e404bea2225" providerId="AD" clId="Web-{D5D14B39-ED25-FD9B-B406-BE2A0485F87A}" dt="2025-04-28T17:53:20.376" v="18"/>
          <ac:picMkLst>
            <pc:docMk/>
            <pc:sldMk cId="3199576170" sldId="278"/>
            <ac:picMk id="5" creationId="{66AE71BE-B6B2-9399-92F6-3A986F6FFF73}"/>
          </ac:picMkLst>
        </pc:picChg>
        <pc:picChg chg="add mod ord">
          <ac:chgData name="Harrison, Gordon" userId="S::gordonhh@email.sc.edu::52148a52-6086-4a55-9af9-6e404bea2225" providerId="AD" clId="Web-{D5D14B39-ED25-FD9B-B406-BE2A0485F87A}" dt="2025-04-28T17:53:21.627" v="19"/>
          <ac:picMkLst>
            <pc:docMk/>
            <pc:sldMk cId="3199576170" sldId="278"/>
            <ac:picMk id="7" creationId="{0194393F-59FD-5E79-24E7-5A50B374BFC2}"/>
          </ac:picMkLst>
        </pc:picChg>
      </pc:sldChg>
    </pc:docChg>
  </pc:docChgLst>
  <pc:docChgLst>
    <pc:chgData name="Singh, Megha" userId="S::meghas@email.sc.edu::c9d41fa8-3852-4830-bab6-0a8f93873369" providerId="AD" clId="Web-{51CFE18C-E521-AE02-41B5-77D544009D19}"/>
    <pc:docChg chg="modSld addMainMaster delMainMaster">
      <pc:chgData name="Singh, Megha" userId="S::meghas@email.sc.edu::c9d41fa8-3852-4830-bab6-0a8f93873369" providerId="AD" clId="Web-{51CFE18C-E521-AE02-41B5-77D544009D19}" dt="2025-04-27T20:40:55.093" v="19" actId="14100"/>
      <pc:docMkLst>
        <pc:docMk/>
      </pc:docMkLst>
      <pc:sldChg chg="modSp mod modClrScheme chgLayout">
        <pc:chgData name="Singh, Megha" userId="S::meghas@email.sc.edu::c9d41fa8-3852-4830-bab6-0a8f93873369" providerId="AD" clId="Web-{51CFE18C-E521-AE02-41B5-77D544009D19}" dt="2025-04-27T20:39:10.900" v="3"/>
        <pc:sldMkLst>
          <pc:docMk/>
          <pc:sldMk cId="109857222" sldId="256"/>
        </pc:sldMkLst>
        <pc:spChg chg="mod ord">
          <ac:chgData name="Singh, Megha" userId="S::meghas@email.sc.edu::c9d41fa8-3852-4830-bab6-0a8f93873369" providerId="AD" clId="Web-{51CFE18C-E521-AE02-41B5-77D544009D19}" dt="2025-04-27T20:39:10.900" v="3"/>
          <ac:spMkLst>
            <pc:docMk/>
            <pc:sldMk cId="109857222" sldId="256"/>
            <ac:spMk id="2" creationId="{00000000-0000-0000-0000-000000000000}"/>
          </ac:spMkLst>
        </pc:spChg>
        <pc:spChg chg="mod ord">
          <ac:chgData name="Singh, Megha" userId="S::meghas@email.sc.edu::c9d41fa8-3852-4830-bab6-0a8f93873369" providerId="AD" clId="Web-{51CFE18C-E521-AE02-41B5-77D544009D19}" dt="2025-04-27T20:39:10.900" v="3"/>
          <ac:spMkLst>
            <pc:docMk/>
            <pc:sldMk cId="109857222" sldId="256"/>
            <ac:spMk id="3" creationId="{00000000-0000-0000-0000-000000000000}"/>
          </ac:spMkLst>
        </pc:spChg>
        <pc:spChg chg="mod ord">
          <ac:chgData name="Singh, Megha" userId="S::meghas@email.sc.edu::c9d41fa8-3852-4830-bab6-0a8f93873369" providerId="AD" clId="Web-{51CFE18C-E521-AE02-41B5-77D544009D19}" dt="2025-04-27T20:39:10.900" v="3"/>
          <ac:spMkLst>
            <pc:docMk/>
            <pc:sldMk cId="109857222" sldId="256"/>
            <ac:spMk id="5" creationId="{E411CC9C-D7D2-B684-7303-6C636BB36971}"/>
          </ac:spMkLst>
        </pc:spChg>
      </pc:sldChg>
      <pc:sldChg chg="modSp mod modClrScheme chgLayout">
        <pc:chgData name="Singh, Megha" userId="S::meghas@email.sc.edu::c9d41fa8-3852-4830-bab6-0a8f93873369" providerId="AD" clId="Web-{51CFE18C-E521-AE02-41B5-77D544009D19}" dt="2025-04-27T20:39:50.089" v="7" actId="14100"/>
        <pc:sldMkLst>
          <pc:docMk/>
          <pc:sldMk cId="2706817111" sldId="257"/>
        </pc:sldMkLst>
        <pc:spChg chg="mod ord">
          <ac:chgData name="Singh, Megha" userId="S::meghas@email.sc.edu::c9d41fa8-3852-4830-bab6-0a8f93873369" providerId="AD" clId="Web-{51CFE18C-E521-AE02-41B5-77D544009D19}" dt="2025-04-27T20:39:50.089" v="7" actId="14100"/>
          <ac:spMkLst>
            <pc:docMk/>
            <pc:sldMk cId="2706817111" sldId="257"/>
            <ac:spMk id="2" creationId="{7B9A4DDA-3AD9-684C-9032-9A745DA6F139}"/>
          </ac:spMkLst>
        </pc:spChg>
        <pc:spChg chg="mod ord">
          <ac:chgData name="Singh, Megha" userId="S::meghas@email.sc.edu::c9d41fa8-3852-4830-bab6-0a8f93873369" providerId="AD" clId="Web-{51CFE18C-E521-AE02-41B5-77D544009D19}" dt="2025-04-27T20:39:10.900" v="3"/>
          <ac:spMkLst>
            <pc:docMk/>
            <pc:sldMk cId="2706817111" sldId="257"/>
            <ac:spMk id="3" creationId="{7B9390F1-91A1-404E-2977-400D6E0E9BEC}"/>
          </ac:spMkLst>
        </pc:spChg>
        <pc:spChg chg="mod ord">
          <ac:chgData name="Singh, Megha" userId="S::meghas@email.sc.edu::c9d41fa8-3852-4830-bab6-0a8f93873369" providerId="AD" clId="Web-{51CFE18C-E521-AE02-41B5-77D544009D19}" dt="2025-04-27T20:39:10.900" v="3"/>
          <ac:spMkLst>
            <pc:docMk/>
            <pc:sldMk cId="2706817111" sldId="257"/>
            <ac:spMk id="4" creationId="{E0EEE412-BBC7-839A-9604-611883D8CFC5}"/>
          </ac:spMkLst>
        </pc:spChg>
      </pc:sldChg>
      <pc:sldChg chg="modSp mod modClrScheme chgLayout">
        <pc:chgData name="Singh, Megha" userId="S::meghas@email.sc.edu::c9d41fa8-3852-4830-bab6-0a8f93873369" providerId="AD" clId="Web-{51CFE18C-E521-AE02-41B5-77D544009D19}" dt="2025-04-27T20:40:44.608" v="17" actId="14100"/>
        <pc:sldMkLst>
          <pc:docMk/>
          <pc:sldMk cId="1108658176" sldId="259"/>
        </pc:sldMkLst>
        <pc:spChg chg="mod ord">
          <ac:chgData name="Singh, Megha" userId="S::meghas@email.sc.edu::c9d41fa8-3852-4830-bab6-0a8f93873369" providerId="AD" clId="Web-{51CFE18C-E521-AE02-41B5-77D544009D19}" dt="2025-04-27T20:40:44.608" v="17" actId="14100"/>
          <ac:spMkLst>
            <pc:docMk/>
            <pc:sldMk cId="1108658176" sldId="259"/>
            <ac:spMk id="2" creationId="{CF5BDF8F-7D9F-459C-0AEE-764238A7260A}"/>
          </ac:spMkLst>
        </pc:spChg>
        <pc:spChg chg="mod ord">
          <ac:chgData name="Singh, Megha" userId="S::meghas@email.sc.edu::c9d41fa8-3852-4830-bab6-0a8f93873369" providerId="AD" clId="Web-{51CFE18C-E521-AE02-41B5-77D544009D19}" dt="2025-04-27T20:39:10.900" v="3"/>
          <ac:spMkLst>
            <pc:docMk/>
            <pc:sldMk cId="1108658176" sldId="259"/>
            <ac:spMk id="3" creationId="{398685CF-3962-E934-598B-DE05773E5A79}"/>
          </ac:spMkLst>
        </pc:spChg>
        <pc:spChg chg="mod ord">
          <ac:chgData name="Singh, Megha" userId="S::meghas@email.sc.edu::c9d41fa8-3852-4830-bab6-0a8f93873369" providerId="AD" clId="Web-{51CFE18C-E521-AE02-41B5-77D544009D19}" dt="2025-04-27T20:39:10.900" v="3"/>
          <ac:spMkLst>
            <pc:docMk/>
            <pc:sldMk cId="1108658176" sldId="259"/>
            <ac:spMk id="4" creationId="{950FD9AC-1114-62EB-3927-3EAD2260E231}"/>
          </ac:spMkLst>
        </pc:spChg>
      </pc:sldChg>
      <pc:sldChg chg="modSp mod modClrScheme chgLayout">
        <pc:chgData name="Singh, Megha" userId="S::meghas@email.sc.edu::c9d41fa8-3852-4830-bab6-0a8f93873369" providerId="AD" clId="Web-{51CFE18C-E521-AE02-41B5-77D544009D19}" dt="2025-04-27T20:39:10.900" v="3"/>
        <pc:sldMkLst>
          <pc:docMk/>
          <pc:sldMk cId="2654624169" sldId="260"/>
        </pc:sldMkLst>
        <pc:spChg chg="mod ord">
          <ac:chgData name="Singh, Megha" userId="S::meghas@email.sc.edu::c9d41fa8-3852-4830-bab6-0a8f93873369" providerId="AD" clId="Web-{51CFE18C-E521-AE02-41B5-77D544009D19}" dt="2025-04-27T20:39:10.900" v="3"/>
          <ac:spMkLst>
            <pc:docMk/>
            <pc:sldMk cId="2654624169" sldId="260"/>
            <ac:spMk id="2" creationId="{812CBBF8-DDBB-1CA4-54BD-3F95F0E3EF66}"/>
          </ac:spMkLst>
        </pc:spChg>
        <pc:spChg chg="mod ord">
          <ac:chgData name="Singh, Megha" userId="S::meghas@email.sc.edu::c9d41fa8-3852-4830-bab6-0a8f93873369" providerId="AD" clId="Web-{51CFE18C-E521-AE02-41B5-77D544009D19}" dt="2025-04-27T20:39:10.900" v="3"/>
          <ac:spMkLst>
            <pc:docMk/>
            <pc:sldMk cId="2654624169" sldId="260"/>
            <ac:spMk id="3" creationId="{4B0A24A2-3676-0D12-FFD0-74983AA1428E}"/>
          </ac:spMkLst>
        </pc:spChg>
        <pc:spChg chg="mod ord">
          <ac:chgData name="Singh, Megha" userId="S::meghas@email.sc.edu::c9d41fa8-3852-4830-bab6-0a8f93873369" providerId="AD" clId="Web-{51CFE18C-E521-AE02-41B5-77D544009D19}" dt="2025-04-27T20:39:10.900" v="3"/>
          <ac:spMkLst>
            <pc:docMk/>
            <pc:sldMk cId="2654624169" sldId="260"/>
            <ac:spMk id="4" creationId="{093064D4-8B71-4A9C-82F2-359C44470E38}"/>
          </ac:spMkLst>
        </pc:spChg>
      </pc:sldChg>
      <pc:sldChg chg="modSp mod modClrScheme chgLayout">
        <pc:chgData name="Singh, Megha" userId="S::meghas@email.sc.edu::c9d41fa8-3852-4830-bab6-0a8f93873369" providerId="AD" clId="Web-{51CFE18C-E521-AE02-41B5-77D544009D19}" dt="2025-04-27T20:39:10.900" v="3"/>
        <pc:sldMkLst>
          <pc:docMk/>
          <pc:sldMk cId="999706091" sldId="261"/>
        </pc:sldMkLst>
        <pc:spChg chg="mod ord">
          <ac:chgData name="Singh, Megha" userId="S::meghas@email.sc.edu::c9d41fa8-3852-4830-bab6-0a8f93873369" providerId="AD" clId="Web-{51CFE18C-E521-AE02-41B5-77D544009D19}" dt="2025-04-27T20:39:10.900" v="3"/>
          <ac:spMkLst>
            <pc:docMk/>
            <pc:sldMk cId="999706091" sldId="261"/>
            <ac:spMk id="2" creationId="{AB53771D-B6F8-29D0-2086-110DD4ACF87E}"/>
          </ac:spMkLst>
        </pc:spChg>
        <pc:spChg chg="mod ord">
          <ac:chgData name="Singh, Megha" userId="S::meghas@email.sc.edu::c9d41fa8-3852-4830-bab6-0a8f93873369" providerId="AD" clId="Web-{51CFE18C-E521-AE02-41B5-77D544009D19}" dt="2025-04-27T20:39:10.900" v="3"/>
          <ac:spMkLst>
            <pc:docMk/>
            <pc:sldMk cId="999706091" sldId="261"/>
            <ac:spMk id="3" creationId="{CFC191A5-E8CB-0652-8B7E-CA1F91EC1304}"/>
          </ac:spMkLst>
        </pc:spChg>
        <pc:spChg chg="mod ord">
          <ac:chgData name="Singh, Megha" userId="S::meghas@email.sc.edu::c9d41fa8-3852-4830-bab6-0a8f93873369" providerId="AD" clId="Web-{51CFE18C-E521-AE02-41B5-77D544009D19}" dt="2025-04-27T20:39:10.900" v="3"/>
          <ac:spMkLst>
            <pc:docMk/>
            <pc:sldMk cId="999706091" sldId="261"/>
            <ac:spMk id="4" creationId="{D69D9A7F-E202-B430-2A91-6CB388D8EC0B}"/>
          </ac:spMkLst>
        </pc:spChg>
      </pc:sldChg>
      <pc:sldChg chg="modSp mod modClrScheme chgLayout">
        <pc:chgData name="Singh, Megha" userId="S::meghas@email.sc.edu::c9d41fa8-3852-4830-bab6-0a8f93873369" providerId="AD" clId="Web-{51CFE18C-E521-AE02-41B5-77D544009D19}" dt="2025-04-27T20:39:10.900" v="3"/>
        <pc:sldMkLst>
          <pc:docMk/>
          <pc:sldMk cId="1299408345" sldId="262"/>
        </pc:sldMkLst>
        <pc:spChg chg="mod ord">
          <ac:chgData name="Singh, Megha" userId="S::meghas@email.sc.edu::c9d41fa8-3852-4830-bab6-0a8f93873369" providerId="AD" clId="Web-{51CFE18C-E521-AE02-41B5-77D544009D19}" dt="2025-04-27T20:39:10.900" v="3"/>
          <ac:spMkLst>
            <pc:docMk/>
            <pc:sldMk cId="1299408345" sldId="262"/>
            <ac:spMk id="2" creationId="{4C695CE6-1533-4398-3FD9-C44B7945B321}"/>
          </ac:spMkLst>
        </pc:spChg>
        <pc:spChg chg="mod ord">
          <ac:chgData name="Singh, Megha" userId="S::meghas@email.sc.edu::c9d41fa8-3852-4830-bab6-0a8f93873369" providerId="AD" clId="Web-{51CFE18C-E521-AE02-41B5-77D544009D19}" dt="2025-04-27T20:39:10.900" v="3"/>
          <ac:spMkLst>
            <pc:docMk/>
            <pc:sldMk cId="1299408345" sldId="262"/>
            <ac:spMk id="3" creationId="{C40F4891-01B2-A0D5-A7FC-DD27A8F296C4}"/>
          </ac:spMkLst>
        </pc:spChg>
        <pc:spChg chg="mod ord">
          <ac:chgData name="Singh, Megha" userId="S::meghas@email.sc.edu::c9d41fa8-3852-4830-bab6-0a8f93873369" providerId="AD" clId="Web-{51CFE18C-E521-AE02-41B5-77D544009D19}" dt="2025-04-27T20:39:10.900" v="3"/>
          <ac:spMkLst>
            <pc:docMk/>
            <pc:sldMk cId="1299408345" sldId="262"/>
            <ac:spMk id="4" creationId="{5DD525E2-A512-7A4C-D941-BA6A23ABB9E0}"/>
          </ac:spMkLst>
        </pc:spChg>
      </pc:sldChg>
      <pc:sldChg chg="modSp mod modClrScheme chgLayout">
        <pc:chgData name="Singh, Megha" userId="S::meghas@email.sc.edu::c9d41fa8-3852-4830-bab6-0a8f93873369" providerId="AD" clId="Web-{51CFE18C-E521-AE02-41B5-77D544009D19}" dt="2025-04-27T20:39:10.900" v="3"/>
        <pc:sldMkLst>
          <pc:docMk/>
          <pc:sldMk cId="500253759" sldId="263"/>
        </pc:sldMkLst>
        <pc:spChg chg="mod ord">
          <ac:chgData name="Singh, Megha" userId="S::meghas@email.sc.edu::c9d41fa8-3852-4830-bab6-0a8f93873369" providerId="AD" clId="Web-{51CFE18C-E521-AE02-41B5-77D544009D19}" dt="2025-04-27T20:39:10.900" v="3"/>
          <ac:spMkLst>
            <pc:docMk/>
            <pc:sldMk cId="500253759" sldId="263"/>
            <ac:spMk id="2" creationId="{F62D6E21-5129-AE59-9502-4FBFF4312CCD}"/>
          </ac:spMkLst>
        </pc:spChg>
        <pc:spChg chg="mod ord">
          <ac:chgData name="Singh, Megha" userId="S::meghas@email.sc.edu::c9d41fa8-3852-4830-bab6-0a8f93873369" providerId="AD" clId="Web-{51CFE18C-E521-AE02-41B5-77D544009D19}" dt="2025-04-27T20:39:10.900" v="3"/>
          <ac:spMkLst>
            <pc:docMk/>
            <pc:sldMk cId="500253759" sldId="263"/>
            <ac:spMk id="3" creationId="{D0EA398B-82FC-FE25-0C73-BDE3119CFDA0}"/>
          </ac:spMkLst>
        </pc:spChg>
        <pc:spChg chg="mod ord">
          <ac:chgData name="Singh, Megha" userId="S::meghas@email.sc.edu::c9d41fa8-3852-4830-bab6-0a8f93873369" providerId="AD" clId="Web-{51CFE18C-E521-AE02-41B5-77D544009D19}" dt="2025-04-27T20:39:10.900" v="3"/>
          <ac:spMkLst>
            <pc:docMk/>
            <pc:sldMk cId="500253759" sldId="263"/>
            <ac:spMk id="4" creationId="{AAB9EC3F-399F-4817-E2D6-935FA511113F}"/>
          </ac:spMkLst>
        </pc:spChg>
      </pc:sldChg>
      <pc:sldChg chg="modSp mod modClrScheme chgLayout">
        <pc:chgData name="Singh, Megha" userId="S::meghas@email.sc.edu::c9d41fa8-3852-4830-bab6-0a8f93873369" providerId="AD" clId="Web-{51CFE18C-E521-AE02-41B5-77D544009D19}" dt="2025-04-27T20:39:10.900" v="3"/>
        <pc:sldMkLst>
          <pc:docMk/>
          <pc:sldMk cId="2352965981" sldId="264"/>
        </pc:sldMkLst>
        <pc:spChg chg="mod ord">
          <ac:chgData name="Singh, Megha" userId="S::meghas@email.sc.edu::c9d41fa8-3852-4830-bab6-0a8f93873369" providerId="AD" clId="Web-{51CFE18C-E521-AE02-41B5-77D544009D19}" dt="2025-04-27T20:39:10.900" v="3"/>
          <ac:spMkLst>
            <pc:docMk/>
            <pc:sldMk cId="2352965981" sldId="264"/>
            <ac:spMk id="2" creationId="{5A20CF9B-B06A-FCD4-F7A6-2C18406F2646}"/>
          </ac:spMkLst>
        </pc:spChg>
        <pc:spChg chg="mod ord">
          <ac:chgData name="Singh, Megha" userId="S::meghas@email.sc.edu::c9d41fa8-3852-4830-bab6-0a8f93873369" providerId="AD" clId="Web-{51CFE18C-E521-AE02-41B5-77D544009D19}" dt="2025-04-27T20:39:10.900" v="3"/>
          <ac:spMkLst>
            <pc:docMk/>
            <pc:sldMk cId="2352965981" sldId="264"/>
            <ac:spMk id="3" creationId="{26C31547-D2A6-E19D-8950-21378FF4C60C}"/>
          </ac:spMkLst>
        </pc:spChg>
        <pc:spChg chg="mod ord">
          <ac:chgData name="Singh, Megha" userId="S::meghas@email.sc.edu::c9d41fa8-3852-4830-bab6-0a8f93873369" providerId="AD" clId="Web-{51CFE18C-E521-AE02-41B5-77D544009D19}" dt="2025-04-27T20:39:10.900" v="3"/>
          <ac:spMkLst>
            <pc:docMk/>
            <pc:sldMk cId="2352965981" sldId="264"/>
            <ac:spMk id="4" creationId="{D1D33AB3-6F0C-58EE-72BB-8FBEA4135113}"/>
          </ac:spMkLst>
        </pc:spChg>
      </pc:sldChg>
      <pc:sldChg chg="modSp mod modClrScheme chgLayout">
        <pc:chgData name="Singh, Megha" userId="S::meghas@email.sc.edu::c9d41fa8-3852-4830-bab6-0a8f93873369" providerId="AD" clId="Web-{51CFE18C-E521-AE02-41B5-77D544009D19}" dt="2025-04-27T20:39:10.900" v="3"/>
        <pc:sldMkLst>
          <pc:docMk/>
          <pc:sldMk cId="2176634996" sldId="265"/>
        </pc:sldMkLst>
        <pc:spChg chg="mod ord">
          <ac:chgData name="Singh, Megha" userId="S::meghas@email.sc.edu::c9d41fa8-3852-4830-bab6-0a8f93873369" providerId="AD" clId="Web-{51CFE18C-E521-AE02-41B5-77D544009D19}" dt="2025-04-27T20:39:10.900" v="3"/>
          <ac:spMkLst>
            <pc:docMk/>
            <pc:sldMk cId="2176634996" sldId="265"/>
            <ac:spMk id="2" creationId="{4803C296-2981-D459-7D3A-0E6422D3CC75}"/>
          </ac:spMkLst>
        </pc:spChg>
        <pc:spChg chg="mod ord">
          <ac:chgData name="Singh, Megha" userId="S::meghas@email.sc.edu::c9d41fa8-3852-4830-bab6-0a8f93873369" providerId="AD" clId="Web-{51CFE18C-E521-AE02-41B5-77D544009D19}" dt="2025-04-27T20:39:10.900" v="3"/>
          <ac:spMkLst>
            <pc:docMk/>
            <pc:sldMk cId="2176634996" sldId="265"/>
            <ac:spMk id="3" creationId="{979E63B1-163A-1AFF-8AB7-5C1DB3673B53}"/>
          </ac:spMkLst>
        </pc:spChg>
        <pc:spChg chg="mod ord">
          <ac:chgData name="Singh, Megha" userId="S::meghas@email.sc.edu::c9d41fa8-3852-4830-bab6-0a8f93873369" providerId="AD" clId="Web-{51CFE18C-E521-AE02-41B5-77D544009D19}" dt="2025-04-27T20:39:10.900" v="3"/>
          <ac:spMkLst>
            <pc:docMk/>
            <pc:sldMk cId="2176634996" sldId="265"/>
            <ac:spMk id="4" creationId="{E1F49680-0EAB-A473-EC3D-26A472A7703B}"/>
          </ac:spMkLst>
        </pc:spChg>
      </pc:sldChg>
      <pc:sldChg chg="modSp mod modClrScheme chgLayout">
        <pc:chgData name="Singh, Megha" userId="S::meghas@email.sc.edu::c9d41fa8-3852-4830-bab6-0a8f93873369" providerId="AD" clId="Web-{51CFE18C-E521-AE02-41B5-77D544009D19}" dt="2025-04-27T20:40:16.294" v="11" actId="14100"/>
        <pc:sldMkLst>
          <pc:docMk/>
          <pc:sldMk cId="2606774162" sldId="266"/>
        </pc:sldMkLst>
        <pc:spChg chg="mod ord">
          <ac:chgData name="Singh, Megha" userId="S::meghas@email.sc.edu::c9d41fa8-3852-4830-bab6-0a8f93873369" providerId="AD" clId="Web-{51CFE18C-E521-AE02-41B5-77D544009D19}" dt="2025-04-27T20:40:16.294" v="11" actId="14100"/>
          <ac:spMkLst>
            <pc:docMk/>
            <pc:sldMk cId="2606774162" sldId="266"/>
            <ac:spMk id="2" creationId="{28A82F4D-5E18-A8C6-2A92-C3C20B94A0E8}"/>
          </ac:spMkLst>
        </pc:spChg>
        <pc:spChg chg="mod ord">
          <ac:chgData name="Singh, Megha" userId="S::meghas@email.sc.edu::c9d41fa8-3852-4830-bab6-0a8f93873369" providerId="AD" clId="Web-{51CFE18C-E521-AE02-41B5-77D544009D19}" dt="2025-04-27T20:39:10.900" v="3"/>
          <ac:spMkLst>
            <pc:docMk/>
            <pc:sldMk cId="2606774162" sldId="266"/>
            <ac:spMk id="3" creationId="{FE73502D-0A3B-982E-99C1-DA8F10A92BF2}"/>
          </ac:spMkLst>
        </pc:spChg>
        <pc:spChg chg="mod ord">
          <ac:chgData name="Singh, Megha" userId="S::meghas@email.sc.edu::c9d41fa8-3852-4830-bab6-0a8f93873369" providerId="AD" clId="Web-{51CFE18C-E521-AE02-41B5-77D544009D19}" dt="2025-04-27T20:39:10.900" v="3"/>
          <ac:spMkLst>
            <pc:docMk/>
            <pc:sldMk cId="2606774162" sldId="266"/>
            <ac:spMk id="4" creationId="{0E42EEB0-9736-7BF9-1A83-F50353493C1C}"/>
          </ac:spMkLst>
        </pc:spChg>
      </pc:sldChg>
      <pc:sldChg chg="modSp mod modClrScheme chgLayout">
        <pc:chgData name="Singh, Megha" userId="S::meghas@email.sc.edu::c9d41fa8-3852-4830-bab6-0a8f93873369" providerId="AD" clId="Web-{51CFE18C-E521-AE02-41B5-77D544009D19}" dt="2025-04-27T20:40:30.310" v="14"/>
        <pc:sldMkLst>
          <pc:docMk/>
          <pc:sldMk cId="1663899307" sldId="267"/>
        </pc:sldMkLst>
        <pc:spChg chg="mod ord">
          <ac:chgData name="Singh, Megha" userId="S::meghas@email.sc.edu::c9d41fa8-3852-4830-bab6-0a8f93873369" providerId="AD" clId="Web-{51CFE18C-E521-AE02-41B5-77D544009D19}" dt="2025-04-27T20:40:30.310" v="14"/>
          <ac:spMkLst>
            <pc:docMk/>
            <pc:sldMk cId="1663899307" sldId="267"/>
            <ac:spMk id="2" creationId="{93E69A4E-A2CF-05B4-14D3-0DF5495402E3}"/>
          </ac:spMkLst>
        </pc:spChg>
        <pc:spChg chg="mod ord">
          <ac:chgData name="Singh, Megha" userId="S::meghas@email.sc.edu::c9d41fa8-3852-4830-bab6-0a8f93873369" providerId="AD" clId="Web-{51CFE18C-E521-AE02-41B5-77D544009D19}" dt="2025-04-27T20:39:10.900" v="3"/>
          <ac:spMkLst>
            <pc:docMk/>
            <pc:sldMk cId="1663899307" sldId="267"/>
            <ac:spMk id="3" creationId="{EA2E1205-20BD-4129-1B47-DBA2208C7191}"/>
          </ac:spMkLst>
        </pc:spChg>
        <pc:spChg chg="mod ord">
          <ac:chgData name="Singh, Megha" userId="S::meghas@email.sc.edu::c9d41fa8-3852-4830-bab6-0a8f93873369" providerId="AD" clId="Web-{51CFE18C-E521-AE02-41B5-77D544009D19}" dt="2025-04-27T20:39:10.900" v="3"/>
          <ac:spMkLst>
            <pc:docMk/>
            <pc:sldMk cId="1663899307" sldId="267"/>
            <ac:spMk id="4" creationId="{EF347FA1-93BC-C671-E0BE-069A9ECCF4AD}"/>
          </ac:spMkLst>
        </pc:spChg>
      </pc:sldChg>
      <pc:sldChg chg="modSp mod modClrScheme chgLayout">
        <pc:chgData name="Singh, Megha" userId="S::meghas@email.sc.edu::c9d41fa8-3852-4830-bab6-0a8f93873369" providerId="AD" clId="Web-{51CFE18C-E521-AE02-41B5-77D544009D19}" dt="2025-04-27T20:39:10.900" v="3"/>
        <pc:sldMkLst>
          <pc:docMk/>
          <pc:sldMk cId="661946796" sldId="268"/>
        </pc:sldMkLst>
        <pc:spChg chg="mod ord">
          <ac:chgData name="Singh, Megha" userId="S::meghas@email.sc.edu::c9d41fa8-3852-4830-bab6-0a8f93873369" providerId="AD" clId="Web-{51CFE18C-E521-AE02-41B5-77D544009D19}" dt="2025-04-27T20:39:10.900" v="3"/>
          <ac:spMkLst>
            <pc:docMk/>
            <pc:sldMk cId="661946796" sldId="268"/>
            <ac:spMk id="2" creationId="{352EE4C7-6200-5B6E-B6DC-5DA83CCB1B53}"/>
          </ac:spMkLst>
        </pc:spChg>
        <pc:spChg chg="mod ord">
          <ac:chgData name="Singh, Megha" userId="S::meghas@email.sc.edu::c9d41fa8-3852-4830-bab6-0a8f93873369" providerId="AD" clId="Web-{51CFE18C-E521-AE02-41B5-77D544009D19}" dt="2025-04-27T20:39:10.900" v="3"/>
          <ac:spMkLst>
            <pc:docMk/>
            <pc:sldMk cId="661946796" sldId="268"/>
            <ac:spMk id="3" creationId="{BFCEB00D-A46C-9741-3F03-063F0D4A0DF0}"/>
          </ac:spMkLst>
        </pc:spChg>
        <pc:spChg chg="mod ord">
          <ac:chgData name="Singh, Megha" userId="S::meghas@email.sc.edu::c9d41fa8-3852-4830-bab6-0a8f93873369" providerId="AD" clId="Web-{51CFE18C-E521-AE02-41B5-77D544009D19}" dt="2025-04-27T20:39:10.900" v="3"/>
          <ac:spMkLst>
            <pc:docMk/>
            <pc:sldMk cId="661946796" sldId="268"/>
            <ac:spMk id="4" creationId="{19468FD4-E6A9-B1D9-9D4B-9F8423B476EC}"/>
          </ac:spMkLst>
        </pc:spChg>
      </pc:sldChg>
      <pc:sldChg chg="modSp mod modClrScheme chgLayout">
        <pc:chgData name="Singh, Megha" userId="S::meghas@email.sc.edu::c9d41fa8-3852-4830-bab6-0a8f93873369" providerId="AD" clId="Web-{51CFE18C-E521-AE02-41B5-77D544009D19}" dt="2025-04-27T20:40:55.093" v="19" actId="14100"/>
        <pc:sldMkLst>
          <pc:docMk/>
          <pc:sldMk cId="4025778532" sldId="269"/>
        </pc:sldMkLst>
        <pc:spChg chg="mod ord">
          <ac:chgData name="Singh, Megha" userId="S::meghas@email.sc.edu::c9d41fa8-3852-4830-bab6-0a8f93873369" providerId="AD" clId="Web-{51CFE18C-E521-AE02-41B5-77D544009D19}" dt="2025-04-27T20:40:55.093" v="19" actId="14100"/>
          <ac:spMkLst>
            <pc:docMk/>
            <pc:sldMk cId="4025778532" sldId="269"/>
            <ac:spMk id="2" creationId="{1ED479C0-F4B4-35E8-B551-B9AC947D5DD9}"/>
          </ac:spMkLst>
        </pc:spChg>
        <pc:spChg chg="mod ord">
          <ac:chgData name="Singh, Megha" userId="S::meghas@email.sc.edu::c9d41fa8-3852-4830-bab6-0a8f93873369" providerId="AD" clId="Web-{51CFE18C-E521-AE02-41B5-77D544009D19}" dt="2025-04-27T20:39:10.900" v="3"/>
          <ac:spMkLst>
            <pc:docMk/>
            <pc:sldMk cId="4025778532" sldId="269"/>
            <ac:spMk id="3" creationId="{16B55A10-8DA3-35FA-7BD2-50E115769FFB}"/>
          </ac:spMkLst>
        </pc:spChg>
        <pc:spChg chg="mod ord">
          <ac:chgData name="Singh, Megha" userId="S::meghas@email.sc.edu::c9d41fa8-3852-4830-bab6-0a8f93873369" providerId="AD" clId="Web-{51CFE18C-E521-AE02-41B5-77D544009D19}" dt="2025-04-27T20:39:10.900" v="3"/>
          <ac:spMkLst>
            <pc:docMk/>
            <pc:sldMk cId="4025778532" sldId="269"/>
            <ac:spMk id="4" creationId="{6F242672-12FD-CB98-40E5-F83DD3EDC2DE}"/>
          </ac:spMkLst>
        </pc:spChg>
      </pc:sldChg>
      <pc:sldChg chg="modSp mod modClrScheme chgLayout">
        <pc:chgData name="Singh, Megha" userId="S::meghas@email.sc.edu::c9d41fa8-3852-4830-bab6-0a8f93873369" providerId="AD" clId="Web-{51CFE18C-E521-AE02-41B5-77D544009D19}" dt="2025-04-27T20:39:10.900" v="3"/>
        <pc:sldMkLst>
          <pc:docMk/>
          <pc:sldMk cId="994343848" sldId="270"/>
        </pc:sldMkLst>
        <pc:spChg chg="mod ord">
          <ac:chgData name="Singh, Megha" userId="S::meghas@email.sc.edu::c9d41fa8-3852-4830-bab6-0a8f93873369" providerId="AD" clId="Web-{51CFE18C-E521-AE02-41B5-77D544009D19}" dt="2025-04-27T20:39:10.900" v="3"/>
          <ac:spMkLst>
            <pc:docMk/>
            <pc:sldMk cId="994343848" sldId="270"/>
            <ac:spMk id="2" creationId="{C758BDD7-B166-B511-BC48-8BDE388483DD}"/>
          </ac:spMkLst>
        </pc:spChg>
        <pc:spChg chg="mod ord">
          <ac:chgData name="Singh, Megha" userId="S::meghas@email.sc.edu::c9d41fa8-3852-4830-bab6-0a8f93873369" providerId="AD" clId="Web-{51CFE18C-E521-AE02-41B5-77D544009D19}" dt="2025-04-27T20:39:10.900" v="3"/>
          <ac:spMkLst>
            <pc:docMk/>
            <pc:sldMk cId="994343848" sldId="270"/>
            <ac:spMk id="3" creationId="{4600C863-8A72-977B-66AB-A178A5DDA7A7}"/>
          </ac:spMkLst>
        </pc:spChg>
        <pc:spChg chg="mod ord">
          <ac:chgData name="Singh, Megha" userId="S::meghas@email.sc.edu::c9d41fa8-3852-4830-bab6-0a8f93873369" providerId="AD" clId="Web-{51CFE18C-E521-AE02-41B5-77D544009D19}" dt="2025-04-27T20:39:10.900" v="3"/>
          <ac:spMkLst>
            <pc:docMk/>
            <pc:sldMk cId="994343848" sldId="270"/>
            <ac:spMk id="4" creationId="{CB270121-A8BE-6836-ED9C-5519A7B1C286}"/>
          </ac:spMkLst>
        </pc:spChg>
      </pc:sldChg>
      <pc:sldChg chg="modSp mod modClrScheme chgLayout">
        <pc:chgData name="Singh, Megha" userId="S::meghas@email.sc.edu::c9d41fa8-3852-4830-bab6-0a8f93873369" providerId="AD" clId="Web-{51CFE18C-E521-AE02-41B5-77D544009D19}" dt="2025-04-27T20:39:10.900" v="3"/>
        <pc:sldMkLst>
          <pc:docMk/>
          <pc:sldMk cId="672285747" sldId="271"/>
        </pc:sldMkLst>
        <pc:spChg chg="mod ord">
          <ac:chgData name="Singh, Megha" userId="S::meghas@email.sc.edu::c9d41fa8-3852-4830-bab6-0a8f93873369" providerId="AD" clId="Web-{51CFE18C-E521-AE02-41B5-77D544009D19}" dt="2025-04-27T20:39:10.900" v="3"/>
          <ac:spMkLst>
            <pc:docMk/>
            <pc:sldMk cId="672285747" sldId="271"/>
            <ac:spMk id="2" creationId="{C79F69C1-E941-A682-6A73-27EC9066F5A5}"/>
          </ac:spMkLst>
        </pc:spChg>
        <pc:spChg chg="mod ord">
          <ac:chgData name="Singh, Megha" userId="S::meghas@email.sc.edu::c9d41fa8-3852-4830-bab6-0a8f93873369" providerId="AD" clId="Web-{51CFE18C-E521-AE02-41B5-77D544009D19}" dt="2025-04-27T20:39:10.900" v="3"/>
          <ac:spMkLst>
            <pc:docMk/>
            <pc:sldMk cId="672285747" sldId="271"/>
            <ac:spMk id="6" creationId="{DD66810F-239E-61BF-BEA4-F1F028FA2A24}"/>
          </ac:spMkLst>
        </pc:spChg>
        <pc:graphicFrameChg chg="mod ord modGraphic">
          <ac:chgData name="Singh, Megha" userId="S::meghas@email.sc.edu::c9d41fa8-3852-4830-bab6-0a8f93873369" providerId="AD" clId="Web-{51CFE18C-E521-AE02-41B5-77D544009D19}" dt="2025-04-27T20:39:10.900" v="3"/>
          <ac:graphicFrameMkLst>
            <pc:docMk/>
            <pc:sldMk cId="672285747" sldId="271"/>
            <ac:graphicFrameMk id="5" creationId="{A660D2D6-9A4F-1D2B-8C6A-E6A3E0123F06}"/>
          </ac:graphicFrameMkLst>
        </pc:graphicFrameChg>
      </pc:sldChg>
      <pc:sldChg chg="modSp mod modClrScheme chgLayout">
        <pc:chgData name="Singh, Megha" userId="S::meghas@email.sc.edu::c9d41fa8-3852-4830-bab6-0a8f93873369" providerId="AD" clId="Web-{51CFE18C-E521-AE02-41B5-77D544009D19}" dt="2025-04-27T20:39:10.900" v="3"/>
        <pc:sldMkLst>
          <pc:docMk/>
          <pc:sldMk cId="3589036040" sldId="272"/>
        </pc:sldMkLst>
        <pc:spChg chg="mod ord">
          <ac:chgData name="Singh, Megha" userId="S::meghas@email.sc.edu::c9d41fa8-3852-4830-bab6-0a8f93873369" providerId="AD" clId="Web-{51CFE18C-E521-AE02-41B5-77D544009D19}" dt="2025-04-27T20:39:10.900" v="3"/>
          <ac:spMkLst>
            <pc:docMk/>
            <pc:sldMk cId="3589036040" sldId="272"/>
            <ac:spMk id="2" creationId="{EAC7FC45-12DD-B585-6B36-D66A2A464A4F}"/>
          </ac:spMkLst>
        </pc:spChg>
        <pc:spChg chg="mod ord">
          <ac:chgData name="Singh, Megha" userId="S::meghas@email.sc.edu::c9d41fa8-3852-4830-bab6-0a8f93873369" providerId="AD" clId="Web-{51CFE18C-E521-AE02-41B5-77D544009D19}" dt="2025-04-27T20:39:10.900" v="3"/>
          <ac:spMkLst>
            <pc:docMk/>
            <pc:sldMk cId="3589036040" sldId="272"/>
            <ac:spMk id="3" creationId="{4B5AC052-89EC-A292-4278-B97A2048C055}"/>
          </ac:spMkLst>
        </pc:spChg>
        <pc:spChg chg="mod ord">
          <ac:chgData name="Singh, Megha" userId="S::meghas@email.sc.edu::c9d41fa8-3852-4830-bab6-0a8f93873369" providerId="AD" clId="Web-{51CFE18C-E521-AE02-41B5-77D544009D19}" dt="2025-04-27T20:39:10.900" v="3"/>
          <ac:spMkLst>
            <pc:docMk/>
            <pc:sldMk cId="3589036040" sldId="272"/>
            <ac:spMk id="4" creationId="{20260665-2689-DE0E-426D-2A8178C4DAC9}"/>
          </ac:spMkLst>
        </pc:spChg>
      </pc:sldChg>
      <pc:sldChg chg="modSp mod modClrScheme chgLayout">
        <pc:chgData name="Singh, Megha" userId="S::meghas@email.sc.edu::c9d41fa8-3852-4830-bab6-0a8f93873369" providerId="AD" clId="Web-{51CFE18C-E521-AE02-41B5-77D544009D19}" dt="2025-04-27T20:39:10.900" v="3"/>
        <pc:sldMkLst>
          <pc:docMk/>
          <pc:sldMk cId="3719921875" sldId="273"/>
        </pc:sldMkLst>
        <pc:spChg chg="mod ord">
          <ac:chgData name="Singh, Megha" userId="S::meghas@email.sc.edu::c9d41fa8-3852-4830-bab6-0a8f93873369" providerId="AD" clId="Web-{51CFE18C-E521-AE02-41B5-77D544009D19}" dt="2025-04-27T20:39:10.900" v="3"/>
          <ac:spMkLst>
            <pc:docMk/>
            <pc:sldMk cId="3719921875" sldId="273"/>
            <ac:spMk id="2" creationId="{9829F11A-3800-017B-376D-421450370F26}"/>
          </ac:spMkLst>
        </pc:spChg>
        <pc:spChg chg="mod ord">
          <ac:chgData name="Singh, Megha" userId="S::meghas@email.sc.edu::c9d41fa8-3852-4830-bab6-0a8f93873369" providerId="AD" clId="Web-{51CFE18C-E521-AE02-41B5-77D544009D19}" dt="2025-04-27T20:39:10.900" v="3"/>
          <ac:spMkLst>
            <pc:docMk/>
            <pc:sldMk cId="3719921875" sldId="273"/>
            <ac:spMk id="4" creationId="{7F4D0EEE-0D5B-ED01-4AA8-1ADFBDEE8C99}"/>
          </ac:spMkLst>
        </pc:spChg>
        <pc:picChg chg="mod ord">
          <ac:chgData name="Singh, Megha" userId="S::meghas@email.sc.edu::c9d41fa8-3852-4830-bab6-0a8f93873369" providerId="AD" clId="Web-{51CFE18C-E521-AE02-41B5-77D544009D19}" dt="2025-04-27T20:39:10.900" v="3"/>
          <ac:picMkLst>
            <pc:docMk/>
            <pc:sldMk cId="3719921875" sldId="273"/>
            <ac:picMk id="5" creationId="{FDE39DE6-B450-8E86-7B0D-1897AEC54BD9}"/>
          </ac:picMkLst>
        </pc:picChg>
      </pc:sldChg>
      <pc:sldChg chg="modSp mod modClrScheme chgLayout">
        <pc:chgData name="Singh, Megha" userId="S::meghas@email.sc.edu::c9d41fa8-3852-4830-bab6-0a8f93873369" providerId="AD" clId="Web-{51CFE18C-E521-AE02-41B5-77D544009D19}" dt="2025-04-27T20:39:10.900" v="3"/>
        <pc:sldMkLst>
          <pc:docMk/>
          <pc:sldMk cId="3073939306" sldId="274"/>
        </pc:sldMkLst>
        <pc:spChg chg="mod ord">
          <ac:chgData name="Singh, Megha" userId="S::meghas@email.sc.edu::c9d41fa8-3852-4830-bab6-0a8f93873369" providerId="AD" clId="Web-{51CFE18C-E521-AE02-41B5-77D544009D19}" dt="2025-04-27T20:39:10.900" v="3"/>
          <ac:spMkLst>
            <pc:docMk/>
            <pc:sldMk cId="3073939306" sldId="274"/>
            <ac:spMk id="2" creationId="{190D134C-A3D5-03E6-9663-0791D3CDB7D1}"/>
          </ac:spMkLst>
        </pc:spChg>
        <pc:spChg chg="mod ord">
          <ac:chgData name="Singh, Megha" userId="S::meghas@email.sc.edu::c9d41fa8-3852-4830-bab6-0a8f93873369" providerId="AD" clId="Web-{51CFE18C-E521-AE02-41B5-77D544009D19}" dt="2025-04-27T20:39:10.900" v="3"/>
          <ac:spMkLst>
            <pc:docMk/>
            <pc:sldMk cId="3073939306" sldId="274"/>
            <ac:spMk id="4" creationId="{9C9A2DFC-4655-4A61-B099-AA081D69464C}"/>
          </ac:spMkLst>
        </pc:spChg>
        <pc:picChg chg="mod ord">
          <ac:chgData name="Singh, Megha" userId="S::meghas@email.sc.edu::c9d41fa8-3852-4830-bab6-0a8f93873369" providerId="AD" clId="Web-{51CFE18C-E521-AE02-41B5-77D544009D19}" dt="2025-04-27T20:39:10.900" v="3"/>
          <ac:picMkLst>
            <pc:docMk/>
            <pc:sldMk cId="3073939306" sldId="274"/>
            <ac:picMk id="5" creationId="{D5C91A00-25AA-AF9F-E699-3D59CB6F87ED}"/>
          </ac:picMkLst>
        </pc:picChg>
      </pc:sldChg>
      <pc:sldChg chg="modSp mod modClrScheme chgLayout">
        <pc:chgData name="Singh, Megha" userId="S::meghas@email.sc.edu::c9d41fa8-3852-4830-bab6-0a8f93873369" providerId="AD" clId="Web-{51CFE18C-E521-AE02-41B5-77D544009D19}" dt="2025-04-27T20:39:10.900" v="3"/>
        <pc:sldMkLst>
          <pc:docMk/>
          <pc:sldMk cId="4289308549" sldId="275"/>
        </pc:sldMkLst>
        <pc:spChg chg="mod ord">
          <ac:chgData name="Singh, Megha" userId="S::meghas@email.sc.edu::c9d41fa8-3852-4830-bab6-0a8f93873369" providerId="AD" clId="Web-{51CFE18C-E521-AE02-41B5-77D544009D19}" dt="2025-04-27T20:39:10.900" v="3"/>
          <ac:spMkLst>
            <pc:docMk/>
            <pc:sldMk cId="4289308549" sldId="275"/>
            <ac:spMk id="2" creationId="{D091E923-FDC7-67BB-F314-C342DE7AB9DB}"/>
          </ac:spMkLst>
        </pc:spChg>
        <pc:spChg chg="mod ord">
          <ac:chgData name="Singh, Megha" userId="S::meghas@email.sc.edu::c9d41fa8-3852-4830-bab6-0a8f93873369" providerId="AD" clId="Web-{51CFE18C-E521-AE02-41B5-77D544009D19}" dt="2025-04-27T20:39:10.900" v="3"/>
          <ac:spMkLst>
            <pc:docMk/>
            <pc:sldMk cId="4289308549" sldId="275"/>
            <ac:spMk id="4" creationId="{B4A098A5-B4FD-EC29-C422-84BD1D92D6A1}"/>
          </ac:spMkLst>
        </pc:spChg>
        <pc:picChg chg="mod ord">
          <ac:chgData name="Singh, Megha" userId="S::meghas@email.sc.edu::c9d41fa8-3852-4830-bab6-0a8f93873369" providerId="AD" clId="Web-{51CFE18C-E521-AE02-41B5-77D544009D19}" dt="2025-04-27T20:39:10.900" v="3"/>
          <ac:picMkLst>
            <pc:docMk/>
            <pc:sldMk cId="4289308549" sldId="275"/>
            <ac:picMk id="5" creationId="{1B6290E4-053C-077E-95EC-0BDBF93E5C27}"/>
          </ac:picMkLst>
        </pc:picChg>
      </pc:sldChg>
      <pc:sldMasterChg chg="del delSldLayout">
        <pc:chgData name="Singh, Megha" userId="S::meghas@email.sc.edu::c9d41fa8-3852-4830-bab6-0a8f93873369" providerId="AD" clId="Web-{51CFE18C-E521-AE02-41B5-77D544009D19}" dt="2025-04-27T20:38:40.898" v="0"/>
        <pc:sldMasterMkLst>
          <pc:docMk/>
          <pc:sldMasterMk cId="2460954070" sldId="2147483660"/>
        </pc:sldMasterMkLst>
        <pc:sldLayoutChg chg="del">
          <pc:chgData name="Singh, Megha" userId="S::meghas@email.sc.edu::c9d41fa8-3852-4830-bab6-0a8f93873369" providerId="AD" clId="Web-{51CFE18C-E521-AE02-41B5-77D544009D19}" dt="2025-04-27T20:38:40.898" v="0"/>
          <pc:sldLayoutMkLst>
            <pc:docMk/>
            <pc:sldMasterMk cId="2460954070" sldId="2147483660"/>
            <pc:sldLayoutMk cId="2385387890" sldId="2147483661"/>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949138452" sldId="2147483662"/>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2591524520" sldId="2147483663"/>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1203092039" sldId="2147483664"/>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3733172339" sldId="2147483665"/>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3210312558" sldId="2147483666"/>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3146388984" sldId="2147483667"/>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3171841454" sldId="2147483668"/>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1718958274" sldId="2147483669"/>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2202905451" sldId="2147483670"/>
          </pc:sldLayoutMkLst>
        </pc:sldLayoutChg>
        <pc:sldLayoutChg chg="del">
          <pc:chgData name="Singh, Megha" userId="S::meghas@email.sc.edu::c9d41fa8-3852-4830-bab6-0a8f93873369" providerId="AD" clId="Web-{51CFE18C-E521-AE02-41B5-77D544009D19}" dt="2025-04-27T20:38:40.898" v="0"/>
          <pc:sldLayoutMkLst>
            <pc:docMk/>
            <pc:sldMasterMk cId="2460954070" sldId="2147483660"/>
            <pc:sldLayoutMk cId="3479445657" sldId="2147483671"/>
          </pc:sldLayoutMkLst>
        </pc:sldLayoutChg>
      </pc:sldMasterChg>
      <pc:sldMasterChg chg="add del addSldLayout delSldLayout modSldLayout">
        <pc:chgData name="Singh, Megha" userId="S::meghas@email.sc.edu::c9d41fa8-3852-4830-bab6-0a8f93873369" providerId="AD" clId="Web-{51CFE18C-E521-AE02-41B5-77D544009D19}" dt="2025-04-27T20:38:43.117" v="1"/>
        <pc:sldMasterMkLst>
          <pc:docMk/>
          <pc:sldMasterMk cId="1727416767" sldId="2147483672"/>
        </pc:sldMasterMkLst>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3086509806" sldId="2147483673"/>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704441049" sldId="2147483674"/>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3052454516" sldId="2147483675"/>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333617213" sldId="2147483676"/>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3469246354" sldId="2147483677"/>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1858755592" sldId="2147483678"/>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2071562807" sldId="2147483679"/>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789755916" sldId="2147483680"/>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3713819495" sldId="2147483681"/>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1014839090" sldId="2147483682"/>
          </pc:sldLayoutMkLst>
        </pc:sldLayoutChg>
        <pc:sldLayoutChg chg="add del mod replId">
          <pc:chgData name="Singh, Megha" userId="S::meghas@email.sc.edu::c9d41fa8-3852-4830-bab6-0a8f93873369" providerId="AD" clId="Web-{51CFE18C-E521-AE02-41B5-77D544009D19}" dt="2025-04-27T20:38:43.117" v="1"/>
          <pc:sldLayoutMkLst>
            <pc:docMk/>
            <pc:sldMasterMk cId="1727416767" sldId="2147483672"/>
            <pc:sldLayoutMk cId="1472383490" sldId="2147483683"/>
          </pc:sldLayoutMkLst>
        </pc:sldLayoutChg>
      </pc:sldMasterChg>
      <pc:sldMasterChg chg="add del addSldLayout delSldLayout modSldLayout">
        <pc:chgData name="Singh, Megha" userId="S::meghas@email.sc.edu::c9d41fa8-3852-4830-bab6-0a8f93873369" providerId="AD" clId="Web-{51CFE18C-E521-AE02-41B5-77D544009D19}" dt="2025-04-27T20:39:04.431" v="2"/>
        <pc:sldMasterMkLst>
          <pc:docMk/>
          <pc:sldMasterMk cId="2315008388" sldId="2147483684"/>
        </pc:sldMasterMkLst>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2924927668" sldId="2147483685"/>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1033841327" sldId="2147483686"/>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2983513985" sldId="2147483687"/>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127788045" sldId="2147483688"/>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553379013" sldId="2147483689"/>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2154052112" sldId="2147483690"/>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566868113" sldId="2147483691"/>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3757516818" sldId="2147483692"/>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697650467" sldId="2147483693"/>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1904819666" sldId="2147483694"/>
          </pc:sldLayoutMkLst>
        </pc:sldLayoutChg>
        <pc:sldLayoutChg chg="add del mod replId">
          <pc:chgData name="Singh, Megha" userId="S::meghas@email.sc.edu::c9d41fa8-3852-4830-bab6-0a8f93873369" providerId="AD" clId="Web-{51CFE18C-E521-AE02-41B5-77D544009D19}" dt="2025-04-27T20:39:04.431" v="2"/>
          <pc:sldLayoutMkLst>
            <pc:docMk/>
            <pc:sldMasterMk cId="2315008388" sldId="2147483684"/>
            <pc:sldLayoutMk cId="477329182" sldId="2147483695"/>
          </pc:sldLayoutMkLst>
        </pc:sldLayoutChg>
      </pc:sldMasterChg>
      <pc:sldMasterChg chg="add del addSldLayout delSldLayout modSldLayout">
        <pc:chgData name="Singh, Megha" userId="S::meghas@email.sc.edu::c9d41fa8-3852-4830-bab6-0a8f93873369" providerId="AD" clId="Web-{51CFE18C-E521-AE02-41B5-77D544009D19}" dt="2025-04-27T20:39:10.900" v="3"/>
        <pc:sldMasterMkLst>
          <pc:docMk/>
          <pc:sldMasterMk cId="2094701138" sldId="2147483696"/>
        </pc:sldMasterMkLst>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1180965988" sldId="2147483697"/>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1864696179" sldId="2147483698"/>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793412530" sldId="2147483699"/>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1409072925" sldId="2147483700"/>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1978609642" sldId="2147483701"/>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575823159" sldId="2147483702"/>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2386366703" sldId="2147483703"/>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3373438940" sldId="2147483704"/>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307079074" sldId="2147483705"/>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1395048410" sldId="2147483706"/>
          </pc:sldLayoutMkLst>
        </pc:sldLayoutChg>
        <pc:sldLayoutChg chg="add del mod replId">
          <pc:chgData name="Singh, Megha" userId="S::meghas@email.sc.edu::c9d41fa8-3852-4830-bab6-0a8f93873369" providerId="AD" clId="Web-{51CFE18C-E521-AE02-41B5-77D544009D19}" dt="2025-04-27T20:39:10.900" v="3"/>
          <pc:sldLayoutMkLst>
            <pc:docMk/>
            <pc:sldMasterMk cId="2094701138" sldId="2147483696"/>
            <pc:sldLayoutMk cId="2590627607" sldId="2147483707"/>
          </pc:sldLayoutMkLst>
        </pc:sldLayoutChg>
      </pc:sldMasterChg>
      <pc:sldMasterChg chg="add addSldLayout modSldLayout">
        <pc:chgData name="Singh, Megha" userId="S::meghas@email.sc.edu::c9d41fa8-3852-4830-bab6-0a8f93873369" providerId="AD" clId="Web-{51CFE18C-E521-AE02-41B5-77D544009D19}" dt="2025-04-27T20:39:10.900" v="3"/>
        <pc:sldMasterMkLst>
          <pc:docMk/>
          <pc:sldMasterMk cId="1245760830" sldId="2147483708"/>
        </pc:sldMasterMkLst>
        <pc:sldLayoutChg chg="add mod replId">
          <pc:chgData name="Singh, Megha" userId="S::meghas@email.sc.edu::c9d41fa8-3852-4830-bab6-0a8f93873369" providerId="AD" clId="Web-{51CFE18C-E521-AE02-41B5-77D544009D19}" dt="2025-04-27T20:39:10.900" v="3"/>
          <pc:sldLayoutMkLst>
            <pc:docMk/>
            <pc:sldMasterMk cId="1245760830" sldId="2147483708"/>
            <pc:sldLayoutMk cId="905309820" sldId="2147483709"/>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1779754846" sldId="2147483710"/>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2970088258" sldId="2147483711"/>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3522762418" sldId="2147483712"/>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3091551872" sldId="2147483713"/>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4256883054" sldId="2147483714"/>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2417004524" sldId="2147483715"/>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2594251318" sldId="2147483716"/>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3653623566" sldId="2147483717"/>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859124450" sldId="2147483718"/>
          </pc:sldLayoutMkLst>
        </pc:sldLayoutChg>
        <pc:sldLayoutChg chg="add mod replId">
          <pc:chgData name="Singh, Megha" userId="S::meghas@email.sc.edu::c9d41fa8-3852-4830-bab6-0a8f93873369" providerId="AD" clId="Web-{51CFE18C-E521-AE02-41B5-77D544009D19}" dt="2025-04-27T20:39:10.900" v="3"/>
          <pc:sldLayoutMkLst>
            <pc:docMk/>
            <pc:sldMasterMk cId="1245760830" sldId="2147483708"/>
            <pc:sldLayoutMk cId="38595749" sldId="214748371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05309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79754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70088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22762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91551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6883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17004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94251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53623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5912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595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24576083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21273/HORTSCI14421-19" TargetMode="External"/><Relationship Id="rId2" Type="http://schemas.openxmlformats.org/officeDocument/2006/relationships/hyperlink" Target="https://doi.org/10.1002/agg2.20067" TargetMode="External"/><Relationship Id="rId1" Type="http://schemas.openxmlformats.org/officeDocument/2006/relationships/slideLayout" Target="../slideLayouts/slideLayout2.xml"/><Relationship Id="rId4" Type="http://schemas.openxmlformats.org/officeDocument/2006/relationships/hyperlink" Target="https://www.aces.edu/blog/topics/farming/essential-plant-elem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t>STAT-530</a:t>
            </a:r>
            <a:br>
              <a:rPr lang="en-US" sz="4800"/>
            </a:br>
            <a:r>
              <a:rPr lang="en-US" sz="4800"/>
              <a:t>Biochar and their effects on plant growth</a:t>
            </a:r>
          </a:p>
        </p:txBody>
      </p:sp>
      <p:sp>
        <p:nvSpPr>
          <p:cNvPr id="3" name="Subtitle 2"/>
          <p:cNvSpPr>
            <a:spLocks noGrp="1"/>
          </p:cNvSpPr>
          <p:nvPr>
            <p:ph type="subTitle" idx="1"/>
          </p:nvPr>
        </p:nvSpPr>
        <p:spPr/>
        <p:txBody>
          <a:bodyPr vert="horz" lIns="91440" tIns="45720" rIns="91440" bIns="45720" rtlCol="0" anchor="t">
            <a:normAutofit/>
          </a:bodyPr>
          <a:lstStyle/>
          <a:p>
            <a:r>
              <a:rPr lang="en-US"/>
              <a:t>Kaniz Fatema</a:t>
            </a:r>
          </a:p>
          <a:p>
            <a:r>
              <a:rPr lang="en-US"/>
              <a:t>Gordon Harrison</a:t>
            </a:r>
          </a:p>
          <a:p>
            <a:r>
              <a:rPr lang="en-US"/>
              <a:t>Megha Singh</a:t>
            </a:r>
          </a:p>
          <a:p>
            <a:endParaRPr lang="en-US"/>
          </a:p>
        </p:txBody>
      </p:sp>
      <p:sp>
        <p:nvSpPr>
          <p:cNvPr id="5" name="Slide Number Placeholder 4">
            <a:extLst>
              <a:ext uri="{FF2B5EF4-FFF2-40B4-BE49-F238E27FC236}">
                <a16:creationId xmlns:a16="http://schemas.microsoft.com/office/drawing/2014/main" id="{E411CC9C-D7D2-B684-7303-6C636BB36971}"/>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A4DDA-3AD9-684C-9032-9A745DA6F139}"/>
              </a:ext>
            </a:extLst>
          </p:cNvPr>
          <p:cNvSpPr>
            <a:spLocks noGrp="1"/>
          </p:cNvSpPr>
          <p:nvPr>
            <p:ph type="title"/>
          </p:nvPr>
        </p:nvSpPr>
        <p:spPr>
          <a:xfrm>
            <a:off x="4119" y="4720"/>
            <a:ext cx="12173464" cy="1706562"/>
          </a:xfrm>
          <a:solidFill>
            <a:schemeClr val="accent6">
              <a:lumMod val="60000"/>
              <a:lumOff val="40000"/>
            </a:schemeClr>
          </a:solidFill>
        </p:spPr>
        <p:txBody>
          <a:bodyPr>
            <a:normAutofit/>
          </a:bodyPr>
          <a:lstStyle/>
          <a:p>
            <a:r>
              <a:rPr lang="en-US" sz="4800"/>
              <a:t>Introduction/Objectives</a:t>
            </a:r>
          </a:p>
        </p:txBody>
      </p:sp>
      <p:sp>
        <p:nvSpPr>
          <p:cNvPr id="3" name="Content Placeholder 2">
            <a:extLst>
              <a:ext uri="{FF2B5EF4-FFF2-40B4-BE49-F238E27FC236}">
                <a16:creationId xmlns:a16="http://schemas.microsoft.com/office/drawing/2014/main" id="{7B9390F1-91A1-404E-2977-400D6E0E9BEC}"/>
              </a:ext>
            </a:extLst>
          </p:cNvPr>
          <p:cNvSpPr>
            <a:spLocks noGrp="1"/>
          </p:cNvSpPr>
          <p:nvPr>
            <p:ph idx="1"/>
          </p:nvPr>
        </p:nvSpPr>
        <p:spPr/>
        <p:txBody>
          <a:bodyPr vert="horz" lIns="91440" tIns="45720" rIns="91440" bIns="45720" rtlCol="0" anchor="t">
            <a:normAutofit/>
          </a:bodyPr>
          <a:lstStyle/>
          <a:p>
            <a:r>
              <a:rPr lang="en-US"/>
              <a:t>Biochar can be used to release extra needed nutrients or minerals into soil to promote plant growth</a:t>
            </a:r>
          </a:p>
          <a:p>
            <a:r>
              <a:rPr lang="en-US"/>
              <a:t>Combustion process of Pyrolysis is used to degrade biochar Precursors into base elements which can then be absorbed by plants</a:t>
            </a:r>
          </a:p>
          <a:p>
            <a:r>
              <a:rPr lang="en-US"/>
              <a:t>Similar to the idea of fertilizer or manure</a:t>
            </a:r>
          </a:p>
        </p:txBody>
      </p:sp>
      <p:sp>
        <p:nvSpPr>
          <p:cNvPr id="4" name="Slide Number Placeholder 3">
            <a:extLst>
              <a:ext uri="{FF2B5EF4-FFF2-40B4-BE49-F238E27FC236}">
                <a16:creationId xmlns:a16="http://schemas.microsoft.com/office/drawing/2014/main" id="{E0EEE412-BBC7-839A-9604-611883D8CFC5}"/>
              </a:ext>
            </a:extLst>
          </p:cNvPr>
          <p:cNvSpPr>
            <a:spLocks noGrp="1"/>
          </p:cNvSpPr>
          <p:nvPr>
            <p:ph type="sldNum" sz="quarter" idx="12"/>
          </p:nvPr>
        </p:nvSpPr>
        <p:spPr/>
        <p:txBody>
          <a:bodyPr/>
          <a:lstStyle/>
          <a:p>
            <a:fld id="{330EA680-D336-4FF7-8B7A-9848BB0A1C32}" type="slidenum">
              <a:rPr lang="en-US" smtClean="0"/>
              <a:t>2</a:t>
            </a:fld>
            <a:endParaRPr lang="en-US"/>
          </a:p>
        </p:txBody>
      </p:sp>
      <p:pic>
        <p:nvPicPr>
          <p:cNvPr id="5" name="Picture 4" descr="A close-up of hands holding dirt&#10;&#10;AI-generated content may be incorrect.">
            <a:extLst>
              <a:ext uri="{FF2B5EF4-FFF2-40B4-BE49-F238E27FC236}">
                <a16:creationId xmlns:a16="http://schemas.microsoft.com/office/drawing/2014/main" id="{FB6383C5-4867-D9FF-8D2A-DA61508617DB}"/>
              </a:ext>
            </a:extLst>
          </p:cNvPr>
          <p:cNvPicPr>
            <a:picLocks noChangeAspect="1"/>
          </p:cNvPicPr>
          <p:nvPr/>
        </p:nvPicPr>
        <p:blipFill>
          <a:blip r:embed="rId2"/>
          <a:stretch>
            <a:fillRect/>
          </a:stretch>
        </p:blipFill>
        <p:spPr>
          <a:xfrm>
            <a:off x="7439797" y="3851189"/>
            <a:ext cx="3758514" cy="2502244"/>
          </a:xfrm>
          <a:prstGeom prst="rect">
            <a:avLst/>
          </a:prstGeom>
        </p:spPr>
      </p:pic>
      <p:sp>
        <p:nvSpPr>
          <p:cNvPr id="7" name="TextBox 6">
            <a:extLst>
              <a:ext uri="{FF2B5EF4-FFF2-40B4-BE49-F238E27FC236}">
                <a16:creationId xmlns:a16="http://schemas.microsoft.com/office/drawing/2014/main" id="{A043CEB8-555B-A9C5-C2BB-28D52D2EF46E}"/>
              </a:ext>
            </a:extLst>
          </p:cNvPr>
          <p:cNvSpPr txBox="1"/>
          <p:nvPr/>
        </p:nvSpPr>
        <p:spPr>
          <a:xfrm>
            <a:off x="5393723" y="6351372"/>
            <a:ext cx="643993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a:t>https://www.google.com/search?sca_esv=1e618ffcd8ec6d84&amp;rlz=1C1ONGR_en&amp;sxsrf=AHTn8zrTeqGT_Qr7dY7VUtrI_jaeI_l0QA:1745862650112&amp;q=biochar&amp;udm=2&amp;fbs=ABzOT_CWdhQLP1FcmU5B0fn3xuWp5u5rQsC2YJafWTbyNSy6G3Vsi155b_IyTtSTnvQaXi8pqHe_O2hfOzwUB6ozx76JUREYUpcyM78Ln-gOjNjNCk4dms4om5gZlsxkTulLkqrAuQLMLdbTho7KccoLe6Vs6CB3sJf5it-MMCLHZAQkoF550afkai_OQv5vhB-Q1kxCznBzZZNGLi0mrXKqIz6vghQZYQ&amp;sa=X&amp;sqi=2&amp;ved=2ahUKEwjIr9iYpfuMAxWhTDABHbCuOO0QtKgLegQIGBAB&amp;biw=1280&amp;bih=585&amp;dpr=1.5#vhid=PDbpueK6-qrMnM&amp;vssid=mosaic</a:t>
            </a:r>
            <a:endParaRPr lang="en-US" sz="600">
              <a:ea typeface="Calibri"/>
              <a:cs typeface="Calibri"/>
            </a:endParaRPr>
          </a:p>
        </p:txBody>
      </p:sp>
    </p:spTree>
    <p:extLst>
      <p:ext uri="{BB962C8B-B14F-4D97-AF65-F5344CB8AC3E}">
        <p14:creationId xmlns:p14="http://schemas.microsoft.com/office/powerpoint/2010/main" val="270681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E5B95-E13B-D3E7-62B7-518A9CDC7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82F4D-5E18-A8C6-2A92-C3C20B94A0E8}"/>
              </a:ext>
            </a:extLst>
          </p:cNvPr>
          <p:cNvSpPr>
            <a:spLocks noGrp="1"/>
          </p:cNvSpPr>
          <p:nvPr>
            <p:ph type="title"/>
          </p:nvPr>
        </p:nvSpPr>
        <p:spPr>
          <a:xfrm>
            <a:off x="-1104" y="691"/>
            <a:ext cx="12194208" cy="1712083"/>
          </a:xfrm>
          <a:solidFill>
            <a:schemeClr val="accent6">
              <a:lumMod val="60000"/>
              <a:lumOff val="40000"/>
            </a:schemeClr>
          </a:solidFill>
        </p:spPr>
        <p:txBody>
          <a:bodyPr>
            <a:normAutofit/>
          </a:bodyPr>
          <a:lstStyle/>
          <a:p>
            <a:r>
              <a:rPr lang="en-US" sz="4800"/>
              <a:t>Introduction/Objectives</a:t>
            </a:r>
          </a:p>
        </p:txBody>
      </p:sp>
      <p:sp>
        <p:nvSpPr>
          <p:cNvPr id="3" name="Content Placeholder 2">
            <a:extLst>
              <a:ext uri="{FF2B5EF4-FFF2-40B4-BE49-F238E27FC236}">
                <a16:creationId xmlns:a16="http://schemas.microsoft.com/office/drawing/2014/main" id="{FE73502D-0A3B-982E-99C1-DA8F10A92BF2}"/>
              </a:ext>
            </a:extLst>
          </p:cNvPr>
          <p:cNvSpPr>
            <a:spLocks noGrp="1"/>
          </p:cNvSpPr>
          <p:nvPr>
            <p:ph idx="1"/>
          </p:nvPr>
        </p:nvSpPr>
        <p:spPr/>
        <p:txBody>
          <a:bodyPr vert="horz" lIns="91440" tIns="45720" rIns="91440" bIns="45720" rtlCol="0" anchor="t">
            <a:normAutofit/>
          </a:bodyPr>
          <a:lstStyle/>
          <a:p>
            <a:r>
              <a:rPr lang="en-US"/>
              <a:t>Our Primary objective is  to see which Biochar precursor will yield the most elements and at which pyrolysis temperature is ideal </a:t>
            </a:r>
          </a:p>
          <a:p>
            <a:pPr lvl="1">
              <a:buFont typeface="Courier New" panose="020B0604020202020204" pitchFamily="34" charset="0"/>
              <a:buChar char="o"/>
            </a:pPr>
            <a:r>
              <a:rPr lang="en-US"/>
              <a:t>Temperature</a:t>
            </a:r>
          </a:p>
          <a:p>
            <a:pPr lvl="2">
              <a:buFont typeface="Wingdings" panose="020B0604020202020204" pitchFamily="34" charset="0"/>
              <a:buChar char="§"/>
            </a:pPr>
            <a:r>
              <a:rPr lang="en-US"/>
              <a:t>350C</a:t>
            </a:r>
          </a:p>
          <a:p>
            <a:pPr lvl="2">
              <a:buFont typeface="Wingdings" panose="020B0604020202020204" pitchFamily="34" charset="0"/>
              <a:buChar char="§"/>
            </a:pPr>
            <a:r>
              <a:rPr lang="en-US"/>
              <a:t>500C</a:t>
            </a:r>
          </a:p>
          <a:p>
            <a:pPr lvl="2">
              <a:buFont typeface="Wingdings" panose="020B0604020202020204" pitchFamily="34" charset="0"/>
              <a:buChar char="§"/>
            </a:pPr>
            <a:r>
              <a:rPr lang="en-US"/>
              <a:t>700C</a:t>
            </a:r>
          </a:p>
          <a:p>
            <a:pPr lvl="1">
              <a:buFont typeface="Courier New" panose="020B0604020202020204" pitchFamily="34" charset="0"/>
              <a:buChar char="o"/>
            </a:pPr>
            <a:r>
              <a:rPr lang="en-US" err="1"/>
              <a:t>Biochars</a:t>
            </a:r>
          </a:p>
          <a:p>
            <a:pPr lvl="2">
              <a:buFont typeface="Wingdings" panose="020B0604020202020204" pitchFamily="34" charset="0"/>
              <a:buChar char="§"/>
            </a:pPr>
            <a:r>
              <a:rPr lang="en-US" sz="1400"/>
              <a:t>Pine chips (PC)</a:t>
            </a:r>
            <a:endParaRPr lang="en-US"/>
          </a:p>
          <a:p>
            <a:pPr lvl="2">
              <a:buFont typeface="Wingdings" panose="020B0604020202020204" pitchFamily="34" charset="0"/>
              <a:buChar char="§"/>
            </a:pPr>
            <a:r>
              <a:rPr lang="en-US" sz="1400"/>
              <a:t>Poultry litter (PL)</a:t>
            </a:r>
            <a:endParaRPr lang="en-US"/>
          </a:p>
          <a:p>
            <a:pPr lvl="2">
              <a:buFont typeface="Wingdings" panose="020B0604020202020204" pitchFamily="34" charset="0"/>
              <a:buChar char="§"/>
            </a:pPr>
            <a:r>
              <a:rPr lang="en-US" sz="1400"/>
              <a:t>Swine solids (SS)</a:t>
            </a:r>
            <a:endParaRPr lang="en-US"/>
          </a:p>
          <a:p>
            <a:pPr lvl="2">
              <a:buFont typeface="Wingdings" panose="020B0604020202020204" pitchFamily="34" charset="0"/>
              <a:buChar char="§"/>
            </a:pPr>
            <a:r>
              <a:rPr lang="en-US" sz="1400"/>
              <a:t>Switchgrass (SG) </a:t>
            </a:r>
            <a:endParaRPr lang="en-US"/>
          </a:p>
          <a:p>
            <a:pPr lvl="2">
              <a:buFont typeface="Wingdings" panose="020B0604020202020204" pitchFamily="34" charset="0"/>
              <a:buChar char="§"/>
            </a:pPr>
            <a:r>
              <a:rPr lang="en-US" sz="1400"/>
              <a:t>50/50 PC-SG</a:t>
            </a:r>
            <a:endParaRPr lang="en-US"/>
          </a:p>
          <a:p>
            <a:pPr lvl="2">
              <a:buFont typeface="Wingdings" panose="020B0604020202020204" pitchFamily="34" charset="0"/>
              <a:buChar char="§"/>
            </a:pPr>
            <a:r>
              <a:rPr lang="en-US" sz="1400"/>
              <a:t>80/20 PC-SG</a:t>
            </a:r>
            <a:endParaRPr lang="en-US"/>
          </a:p>
        </p:txBody>
      </p:sp>
      <p:sp>
        <p:nvSpPr>
          <p:cNvPr id="4" name="Slide Number Placeholder 3">
            <a:extLst>
              <a:ext uri="{FF2B5EF4-FFF2-40B4-BE49-F238E27FC236}">
                <a16:creationId xmlns:a16="http://schemas.microsoft.com/office/drawing/2014/main" id="{0E42EEB0-9736-7BF9-1A83-F50353493C1C}"/>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2606774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9D18B-E6A4-94AA-3E9B-8C8AB5B63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69A4E-A2CF-05B4-14D3-0DF5495402E3}"/>
              </a:ext>
            </a:extLst>
          </p:cNvPr>
          <p:cNvSpPr>
            <a:spLocks noGrp="1"/>
          </p:cNvSpPr>
          <p:nvPr>
            <p:ph type="title"/>
          </p:nvPr>
        </p:nvSpPr>
        <p:spPr>
          <a:xfrm>
            <a:off x="4119" y="-5577"/>
            <a:ext cx="12173464" cy="1706562"/>
          </a:xfrm>
          <a:solidFill>
            <a:schemeClr val="accent6">
              <a:lumMod val="60000"/>
              <a:lumOff val="40000"/>
            </a:schemeClr>
          </a:solidFill>
        </p:spPr>
        <p:txBody>
          <a:bodyPr>
            <a:normAutofit/>
          </a:bodyPr>
          <a:lstStyle/>
          <a:p>
            <a:r>
              <a:rPr lang="en-US" sz="4800"/>
              <a:t>Introduction/Objectives</a:t>
            </a:r>
          </a:p>
        </p:txBody>
      </p:sp>
      <p:sp>
        <p:nvSpPr>
          <p:cNvPr id="3" name="Content Placeholder 2">
            <a:extLst>
              <a:ext uri="{FF2B5EF4-FFF2-40B4-BE49-F238E27FC236}">
                <a16:creationId xmlns:a16="http://schemas.microsoft.com/office/drawing/2014/main" id="{EA2E1205-20BD-4129-1B47-DBA2208C7191}"/>
              </a:ext>
            </a:extLst>
          </p:cNvPr>
          <p:cNvSpPr>
            <a:spLocks noGrp="1"/>
          </p:cNvSpPr>
          <p:nvPr>
            <p:ph idx="1"/>
          </p:nvPr>
        </p:nvSpPr>
        <p:spPr/>
        <p:txBody>
          <a:bodyPr vert="horz" lIns="91440" tIns="45720" rIns="91440" bIns="45720" rtlCol="0" anchor="t">
            <a:normAutofit/>
          </a:bodyPr>
          <a:lstStyle/>
          <a:p>
            <a:r>
              <a:rPr lang="en-US"/>
              <a:t>Our second Objective is to see which biochar precursor induces the most growth in 4 plant types</a:t>
            </a:r>
          </a:p>
          <a:p>
            <a:pPr lvl="1">
              <a:buFont typeface="Courier New,monospace" panose="020B0604020202020204" pitchFamily="34" charset="0"/>
              <a:buChar char="o"/>
            </a:pPr>
            <a:r>
              <a:rPr lang="en-US" sz="1900"/>
              <a:t>Plant types:</a:t>
            </a:r>
          </a:p>
          <a:p>
            <a:pPr lvl="2">
              <a:buFont typeface="Wingdings,Sans-Serif" panose="020B0604020202020204" pitchFamily="34" charset="0"/>
              <a:buChar char="§"/>
            </a:pPr>
            <a:r>
              <a:rPr lang="en-US" sz="1600"/>
              <a:t>Carrots </a:t>
            </a:r>
          </a:p>
          <a:p>
            <a:pPr lvl="2">
              <a:buFont typeface="Wingdings,Sans-Serif" panose="020B0604020202020204" pitchFamily="34" charset="0"/>
              <a:buChar char="§"/>
            </a:pPr>
            <a:r>
              <a:rPr lang="en-US" sz="1600"/>
              <a:t>Corn </a:t>
            </a:r>
          </a:p>
          <a:p>
            <a:pPr lvl="2">
              <a:buFont typeface="Wingdings,Sans-Serif" panose="020B0604020202020204" pitchFamily="34" charset="0"/>
              <a:buChar char="§"/>
            </a:pPr>
            <a:r>
              <a:rPr lang="en-US" sz="1600"/>
              <a:t>Lettuce </a:t>
            </a:r>
          </a:p>
          <a:p>
            <a:pPr lvl="2">
              <a:buFont typeface="Wingdings,Sans-Serif" panose="020B0604020202020204" pitchFamily="34" charset="0"/>
              <a:buChar char="§"/>
            </a:pPr>
            <a:r>
              <a:rPr lang="en-US" sz="1600"/>
              <a:t>Soybean</a:t>
            </a:r>
            <a:endParaRPr lang="en-US"/>
          </a:p>
          <a:p>
            <a:endParaRPr lang="en-US"/>
          </a:p>
        </p:txBody>
      </p:sp>
      <p:sp>
        <p:nvSpPr>
          <p:cNvPr id="4" name="Slide Number Placeholder 3">
            <a:extLst>
              <a:ext uri="{FF2B5EF4-FFF2-40B4-BE49-F238E27FC236}">
                <a16:creationId xmlns:a16="http://schemas.microsoft.com/office/drawing/2014/main" id="{EF347FA1-93BC-C671-E0BE-069A9ECCF4AD}"/>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1663899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DF8F-7D9F-459C-0AEE-764238A7260A}"/>
              </a:ext>
            </a:extLst>
          </p:cNvPr>
          <p:cNvSpPr>
            <a:spLocks noGrp="1"/>
          </p:cNvSpPr>
          <p:nvPr>
            <p:ph type="title"/>
          </p:nvPr>
        </p:nvSpPr>
        <p:spPr>
          <a:xfrm>
            <a:off x="4119" y="4720"/>
            <a:ext cx="12173464" cy="1706562"/>
          </a:xfrm>
          <a:solidFill>
            <a:schemeClr val="accent6">
              <a:lumMod val="60000"/>
              <a:lumOff val="40000"/>
            </a:schemeClr>
          </a:solidFill>
        </p:spPr>
        <p:txBody>
          <a:bodyPr>
            <a:normAutofit/>
          </a:bodyPr>
          <a:lstStyle/>
          <a:p>
            <a:r>
              <a:rPr lang="en-US" sz="4800"/>
              <a:t>Data and Cleaning Process</a:t>
            </a:r>
          </a:p>
        </p:txBody>
      </p:sp>
      <p:sp>
        <p:nvSpPr>
          <p:cNvPr id="3" name="Content Placeholder 2">
            <a:extLst>
              <a:ext uri="{FF2B5EF4-FFF2-40B4-BE49-F238E27FC236}">
                <a16:creationId xmlns:a16="http://schemas.microsoft.com/office/drawing/2014/main" id="{398685CF-3962-E934-598B-DE05773E5A79}"/>
              </a:ext>
            </a:extLst>
          </p:cNvPr>
          <p:cNvSpPr>
            <a:spLocks noGrp="1"/>
          </p:cNvSpPr>
          <p:nvPr>
            <p:ph idx="1"/>
          </p:nvPr>
        </p:nvSpPr>
        <p:spPr/>
        <p:txBody>
          <a:bodyPr vert="horz" lIns="91440" tIns="45720" rIns="91440" bIns="45720" rtlCol="0" anchor="t">
            <a:normAutofit/>
          </a:bodyPr>
          <a:lstStyle/>
          <a:p>
            <a:r>
              <a:rPr lang="en-US"/>
              <a:t>For this project, 2 sets of related data were used </a:t>
            </a:r>
          </a:p>
          <a:p>
            <a:pPr lvl="1">
              <a:buFont typeface="Courier New" panose="020B0604020202020204" pitchFamily="34" charset="0"/>
              <a:buChar char="o"/>
            </a:pPr>
            <a:r>
              <a:rPr lang="en-US"/>
              <a:t>Sheet One: Biochar Chemical Analysis SH Unit Change 012920</a:t>
            </a:r>
            <a:endParaRPr lang="en-US">
              <a:ea typeface="Calibri"/>
              <a:cs typeface="Calibri"/>
            </a:endParaRPr>
          </a:p>
          <a:p>
            <a:pPr lvl="2">
              <a:buFont typeface="Wingdings" panose="020B0604020202020204" pitchFamily="34" charset="0"/>
              <a:buChar char="§"/>
            </a:pPr>
            <a:r>
              <a:rPr lang="en-US"/>
              <a:t>Breakdown of the biochar's and the  testing conditions that would be used along with concentrations of elements released(Used for K-means and PCA)</a:t>
            </a:r>
            <a:endParaRPr lang="en-US">
              <a:ea typeface="Calibri"/>
              <a:cs typeface="Calibri"/>
            </a:endParaRPr>
          </a:p>
          <a:p>
            <a:pPr lvl="1">
              <a:buFont typeface="Courier New" panose="020B0604020202020204" pitchFamily="34" charset="0"/>
              <a:buChar char="o"/>
            </a:pPr>
            <a:r>
              <a:rPr lang="en-US"/>
              <a:t>Sheet Two: Carrot SH Revised 012920, Corn SH Revised 012920, Lettuce SH 012920, </a:t>
            </a:r>
            <a:r>
              <a:rPr lang="en-US">
                <a:latin typeface="Aptos"/>
              </a:rPr>
              <a:t>Soybean SH Revised 012920</a:t>
            </a:r>
            <a:endParaRPr lang="en-US" b="1">
              <a:latin typeface="Aptos"/>
            </a:endParaRPr>
          </a:p>
          <a:p>
            <a:pPr lvl="2">
              <a:buFont typeface="Wingdings" panose="020B0604020202020204" pitchFamily="34" charset="0"/>
              <a:buChar char="§"/>
            </a:pPr>
            <a:r>
              <a:rPr lang="en-US">
                <a:latin typeface="Aptos"/>
              </a:rPr>
              <a:t>These four sheets breakdown the amount of each element that was found in each of the plants corresponding to the test soil and the biochar that was used, included the weight change of the shoot and leaves of plants(Used for ANOVA)</a:t>
            </a:r>
          </a:p>
        </p:txBody>
      </p:sp>
      <p:sp>
        <p:nvSpPr>
          <p:cNvPr id="4" name="Slide Number Placeholder 3">
            <a:extLst>
              <a:ext uri="{FF2B5EF4-FFF2-40B4-BE49-F238E27FC236}">
                <a16:creationId xmlns:a16="http://schemas.microsoft.com/office/drawing/2014/main" id="{950FD9AC-1114-62EB-3927-3EAD2260E231}"/>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1108658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479C0-F4B4-35E8-B551-B9AC947D5DD9}"/>
              </a:ext>
            </a:extLst>
          </p:cNvPr>
          <p:cNvSpPr>
            <a:spLocks noGrp="1"/>
          </p:cNvSpPr>
          <p:nvPr>
            <p:ph type="title"/>
          </p:nvPr>
        </p:nvSpPr>
        <p:spPr>
          <a:xfrm>
            <a:off x="4119" y="4720"/>
            <a:ext cx="12173464" cy="1706562"/>
          </a:xfrm>
          <a:solidFill>
            <a:schemeClr val="accent6">
              <a:lumMod val="60000"/>
              <a:lumOff val="40000"/>
            </a:schemeClr>
          </a:solidFill>
        </p:spPr>
        <p:txBody>
          <a:bodyPr>
            <a:normAutofit/>
          </a:bodyPr>
          <a:lstStyle/>
          <a:p>
            <a:r>
              <a:rPr lang="en-US" sz="4800"/>
              <a:t>Data and Cleaning Process</a:t>
            </a:r>
          </a:p>
        </p:txBody>
      </p:sp>
      <p:sp>
        <p:nvSpPr>
          <p:cNvPr id="3" name="Content Placeholder 2">
            <a:extLst>
              <a:ext uri="{FF2B5EF4-FFF2-40B4-BE49-F238E27FC236}">
                <a16:creationId xmlns:a16="http://schemas.microsoft.com/office/drawing/2014/main" id="{16B55A10-8DA3-35FA-7BD2-50E115769FFB}"/>
              </a:ext>
            </a:extLst>
          </p:cNvPr>
          <p:cNvSpPr>
            <a:spLocks noGrp="1"/>
          </p:cNvSpPr>
          <p:nvPr>
            <p:ph idx="1"/>
          </p:nvPr>
        </p:nvSpPr>
        <p:spPr/>
        <p:txBody>
          <a:bodyPr vert="horz" lIns="91440" tIns="45720" rIns="91440" bIns="45720" rtlCol="0" anchor="t">
            <a:normAutofit/>
          </a:bodyPr>
          <a:lstStyle/>
          <a:p>
            <a:r>
              <a:rPr lang="en-US" sz="2400"/>
              <a:t>The original Biochar Chemical Analysis SH Unit Change 012920 sheet contains the following columns:</a:t>
            </a:r>
          </a:p>
          <a:p>
            <a:pPr lvl="1">
              <a:buFont typeface="Courier New" panose="020B0604020202020204" pitchFamily="34" charset="0"/>
              <a:buChar char="o"/>
            </a:pPr>
            <a:r>
              <a:rPr lang="en-US" sz="1200" b="1" i="1"/>
              <a:t>Sample, Feedstock, Temperature, Type, Molybdenum (PPM), Copper (PPM), Copper (mg/kg (DO)), Lead(PPM), Zinc(PPM), Zinc(mg/kg(DO)), Argon(PPB), Nickle(PPM), Cobalt(PPM), Manganese(PPM), Manganese(mg/kg(DO)), Iron(%), Iron(g/kg(DO)), Arsenic(PPM), Uranium(PPM), Gold(PPM), Thorium(PPM), Strontium(PPM), Cadmium(PPM), Antimony(PPM), Bismuth(PPM), Vanadium(PPM), Calcium(%), Calcium(g/kg(DO)), Phosphorus(%), Phosphorus(g/kg(DO)), Lanthanum(PPM), Chromium(PPM), Magnesium(%), Magnesium(g/kg(DO)), Barium(PPM), Titanium(PPM), Boron(PPM), Aluminum(%), Aluminum(g/kg(DO)), Sodium(%), Potassium(%), Potassium(g/kg(DO)), Tungsten(PPM), Scandium(PPM), Thallium(Tl), Sulfur(%), Sulfur(g/kg(DO)), Mercury(PPB), Selenium(PPM), Tellurium(PPM), Gallium(PPM).”</a:t>
            </a:r>
            <a:r>
              <a:rPr lang="en-US" sz="1200" b="1"/>
              <a:t>  </a:t>
            </a:r>
            <a:endParaRPr lang="en-US" sz="1200"/>
          </a:p>
          <a:p>
            <a:r>
              <a:rPr lang="en-US" sz="2400"/>
              <a:t>The cleaned sheet removed some of the undesirable variables that we were not interested in and contains the following columns:</a:t>
            </a:r>
          </a:p>
          <a:p>
            <a:pPr lvl="1">
              <a:buFont typeface="Courier New" panose="020B0604020202020204" pitchFamily="34" charset="0"/>
              <a:buChar char="o"/>
            </a:pPr>
            <a:r>
              <a:rPr lang="en-US" sz="1200" b="1" i="1"/>
              <a:t>“Sample, Feedstock, Temperature, Type, Mo, Cu, , Pb, Zn, Zn(DO), Ni, Co, Mn, Mn(DO), Fe, Fe(DO), Th, Sr, Cd, V, Ca, Ca(DO), P(%), P(DO), La, Cr, Mg(%), Mg(DO), Ba, Ti, B, Al(%), Al(DO), Na(%), K(%), K(DO), W”</a:t>
            </a:r>
            <a:endParaRPr lang="en-US" sz="1200"/>
          </a:p>
          <a:p>
            <a:endParaRPr lang="en-US" sz="2400"/>
          </a:p>
        </p:txBody>
      </p:sp>
      <p:sp>
        <p:nvSpPr>
          <p:cNvPr id="4" name="Slide Number Placeholder 3">
            <a:extLst>
              <a:ext uri="{FF2B5EF4-FFF2-40B4-BE49-F238E27FC236}">
                <a16:creationId xmlns:a16="http://schemas.microsoft.com/office/drawing/2014/main" id="{6F242672-12FD-CB98-40E5-F83DD3EDC2DE}"/>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4025778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6E22-758D-CC5D-88E9-B08EFABE2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8BDD7-B166-B511-BC48-8BDE388483DD}"/>
              </a:ext>
            </a:extLst>
          </p:cNvPr>
          <p:cNvSpPr>
            <a:spLocks noGrp="1"/>
          </p:cNvSpPr>
          <p:nvPr>
            <p:ph type="title"/>
          </p:nvPr>
        </p:nvSpPr>
        <p:spPr>
          <a:xfrm>
            <a:off x="4119" y="4720"/>
            <a:ext cx="12183762" cy="1706562"/>
          </a:xfrm>
          <a:solidFill>
            <a:schemeClr val="accent6">
              <a:lumMod val="60000"/>
              <a:lumOff val="40000"/>
            </a:schemeClr>
          </a:solidFill>
        </p:spPr>
        <p:txBody>
          <a:bodyPr>
            <a:normAutofit/>
          </a:bodyPr>
          <a:lstStyle/>
          <a:p>
            <a:r>
              <a:rPr lang="en-US" sz="4800"/>
              <a:t>Data and Cleaning Process</a:t>
            </a:r>
          </a:p>
        </p:txBody>
      </p:sp>
      <p:sp>
        <p:nvSpPr>
          <p:cNvPr id="3" name="Content Placeholder 2">
            <a:extLst>
              <a:ext uri="{FF2B5EF4-FFF2-40B4-BE49-F238E27FC236}">
                <a16:creationId xmlns:a16="http://schemas.microsoft.com/office/drawing/2014/main" id="{4600C863-8A72-977B-66AB-A178A5DDA7A7}"/>
              </a:ext>
            </a:extLst>
          </p:cNvPr>
          <p:cNvSpPr>
            <a:spLocks noGrp="1"/>
          </p:cNvSpPr>
          <p:nvPr>
            <p:ph idx="1"/>
          </p:nvPr>
        </p:nvSpPr>
        <p:spPr/>
        <p:txBody>
          <a:bodyPr vert="horz" lIns="91440" tIns="45720" rIns="91440" bIns="45720" rtlCol="0" anchor="t">
            <a:normAutofit lnSpcReduction="10000"/>
          </a:bodyPr>
          <a:lstStyle/>
          <a:p>
            <a:r>
              <a:rPr lang="en-US" sz="2400"/>
              <a:t>The four plant measurement sheets contain the following columns:</a:t>
            </a:r>
          </a:p>
          <a:p>
            <a:pPr lvl="1">
              <a:buFont typeface="Courier New" panose="020B0604020202020204" pitchFamily="34" charset="0"/>
              <a:buChar char="o"/>
            </a:pPr>
            <a:r>
              <a:rPr lang="en-US" sz="1200" b="1" i="1"/>
              <a:t>“crop, </a:t>
            </a:r>
            <a:r>
              <a:rPr lang="en-US" sz="1200" b="1" i="1" err="1"/>
              <a:t>stakeno</a:t>
            </a:r>
            <a:r>
              <a:rPr lang="en-US" sz="1200" b="1" i="1"/>
              <a:t>, Color, soil, Treatment, feedstock, temperature, </a:t>
            </a:r>
            <a:r>
              <a:rPr lang="en-US" sz="1200" b="1" i="1" err="1"/>
              <a:t>trtno</a:t>
            </a:r>
            <a:r>
              <a:rPr lang="en-US" sz="1200" b="1" i="1"/>
              <a:t>, </a:t>
            </a:r>
            <a:r>
              <a:rPr lang="en-US" sz="1200" b="1" i="1" err="1"/>
              <a:t>repno</a:t>
            </a:r>
            <a:r>
              <a:rPr lang="en-US" sz="1200" b="1" i="1"/>
              <a:t>, species, tcn, </a:t>
            </a:r>
            <a:r>
              <a:rPr lang="en-US" sz="1200" b="1" i="1" err="1"/>
              <a:t>tcngkg</a:t>
            </a:r>
            <a:r>
              <a:rPr lang="en-US" sz="1200" b="1" i="1"/>
              <a:t>, log10tcngkg, </a:t>
            </a:r>
            <a:r>
              <a:rPr lang="en-US" sz="1200" b="1" i="1" err="1"/>
              <a:t>arctcn</a:t>
            </a:r>
            <a:r>
              <a:rPr lang="en-US" sz="1200" b="1" i="1"/>
              <a:t>, </a:t>
            </a:r>
            <a:r>
              <a:rPr lang="en-US" sz="1200" b="1" i="1" err="1"/>
              <a:t>oc</a:t>
            </a:r>
            <a:r>
              <a:rPr lang="en-US" sz="1200" b="1" i="1"/>
              <a:t>, </a:t>
            </a:r>
            <a:r>
              <a:rPr lang="en-US" sz="1200" b="1" i="1" err="1"/>
              <a:t>arcoc</a:t>
            </a:r>
            <a:r>
              <a:rPr lang="en-US" sz="1200" b="1" i="1"/>
              <a:t>, C/N ratio, </a:t>
            </a:r>
            <a:r>
              <a:rPr lang="en-US" sz="1200" b="1" i="1" err="1"/>
              <a:t>leafaluminum</a:t>
            </a:r>
            <a:r>
              <a:rPr lang="en-US" sz="1200" b="1" i="1"/>
              <a:t>, leaflog10aluminum, </a:t>
            </a:r>
            <a:r>
              <a:rPr lang="en-US" sz="1200" b="1" i="1" err="1"/>
              <a:t>leafboron</a:t>
            </a:r>
            <a:r>
              <a:rPr lang="en-US" sz="1200" b="1" i="1"/>
              <a:t>, leaflog10boron, </a:t>
            </a:r>
            <a:r>
              <a:rPr lang="en-US" sz="1200" b="1" i="1" err="1"/>
              <a:t>leafcalcium</a:t>
            </a:r>
            <a:r>
              <a:rPr lang="en-US" sz="1200" b="1" i="1"/>
              <a:t>, leaflog10calcium, </a:t>
            </a:r>
            <a:r>
              <a:rPr lang="en-US" sz="1200" b="1" i="1" err="1"/>
              <a:t>leafcopper</a:t>
            </a:r>
            <a:r>
              <a:rPr lang="en-US" sz="1200" b="1" i="1"/>
              <a:t>, leaflog10copper, </a:t>
            </a:r>
            <a:r>
              <a:rPr lang="en-US" sz="1200" b="1" i="1" err="1"/>
              <a:t>leafiron</a:t>
            </a:r>
            <a:r>
              <a:rPr lang="en-US" sz="1200" b="1" i="1"/>
              <a:t>, leaflog10iron, </a:t>
            </a:r>
            <a:r>
              <a:rPr lang="en-US" sz="1200" b="1" i="1" err="1"/>
              <a:t>leafpotassium</a:t>
            </a:r>
            <a:r>
              <a:rPr lang="en-US" sz="1200" b="1" i="1"/>
              <a:t>, leaflog10potassium, </a:t>
            </a:r>
            <a:r>
              <a:rPr lang="en-US" sz="1200" b="1" i="1" err="1"/>
              <a:t>leafmagnesium</a:t>
            </a:r>
            <a:r>
              <a:rPr lang="en-US" sz="1200" b="1" i="1"/>
              <a:t>, leaflog10magnesium, </a:t>
            </a:r>
            <a:r>
              <a:rPr lang="en-US" sz="1200" b="1" i="1" err="1"/>
              <a:t>leafmanganese</a:t>
            </a:r>
            <a:r>
              <a:rPr lang="en-US" sz="1200" b="1" i="1"/>
              <a:t>, leaflog10manganese, </a:t>
            </a:r>
            <a:r>
              <a:rPr lang="en-US" sz="1200" b="1" i="1" err="1"/>
              <a:t>leafmolybenum</a:t>
            </a:r>
            <a:r>
              <a:rPr lang="en-US" sz="1200" b="1" i="1"/>
              <a:t>, leaflog10molybdenum, </a:t>
            </a:r>
            <a:r>
              <a:rPr lang="en-US" sz="1200" b="1" i="1" err="1"/>
              <a:t>leafsodium</a:t>
            </a:r>
            <a:r>
              <a:rPr lang="en-US" sz="1200" b="1" i="1"/>
              <a:t>, leaflog10sodium, </a:t>
            </a:r>
            <a:r>
              <a:rPr lang="en-US" sz="1200" b="1" i="1" err="1"/>
              <a:t>leafphosphorus</a:t>
            </a:r>
            <a:r>
              <a:rPr lang="en-US" sz="1200" b="1" i="1"/>
              <a:t>, leaflog10phosphorus, </a:t>
            </a:r>
            <a:r>
              <a:rPr lang="en-US" sz="1200" b="1" i="1" err="1"/>
              <a:t>leafsulfur</a:t>
            </a:r>
            <a:r>
              <a:rPr lang="en-US" sz="1200" b="1" i="1"/>
              <a:t>, leaflog10sulphur, </a:t>
            </a:r>
            <a:r>
              <a:rPr lang="en-US" sz="1200" b="1" i="1" err="1"/>
              <a:t>leafzinc</a:t>
            </a:r>
            <a:r>
              <a:rPr lang="en-US" sz="1200" b="1" i="1"/>
              <a:t>, leaflog10zinc, </a:t>
            </a:r>
            <a:r>
              <a:rPr lang="en-US" sz="1200" b="1" i="1" err="1"/>
              <a:t>revtrdw</a:t>
            </a:r>
            <a:r>
              <a:rPr lang="en-US" sz="1200" b="1" i="1"/>
              <a:t>, </a:t>
            </a:r>
            <a:r>
              <a:rPr lang="en-US" sz="1200" b="1" i="1" err="1"/>
              <a:t>revtrdw</a:t>
            </a:r>
            <a:r>
              <a:rPr lang="en-US" sz="1200" b="1" i="1"/>
              <a:t>, </a:t>
            </a:r>
            <a:r>
              <a:rPr lang="en-US" sz="1200" b="1" i="1" err="1"/>
              <a:t>revdrdw</a:t>
            </a:r>
            <a:r>
              <a:rPr lang="en-US" sz="1200" b="1" i="1"/>
              <a:t>, log10revdiffrootdw, </a:t>
            </a:r>
            <a:r>
              <a:rPr lang="en-US" sz="1200" b="1" i="1" err="1"/>
              <a:t>revisedrootdw</a:t>
            </a:r>
            <a:r>
              <a:rPr lang="en-US" sz="1200" b="1" i="1"/>
              <a:t>, log10totrootdw, </a:t>
            </a:r>
            <a:r>
              <a:rPr lang="en-US" sz="1200" b="1" i="1" err="1"/>
              <a:t>ratiotapdiff</a:t>
            </a:r>
            <a:r>
              <a:rPr lang="en-US" sz="1200" b="1" i="1"/>
              <a:t>, </a:t>
            </a:r>
            <a:r>
              <a:rPr lang="en-US" sz="1200" b="1" i="1" err="1"/>
              <a:t>arsintapdiff</a:t>
            </a:r>
            <a:r>
              <a:rPr lang="en-US" sz="1200" b="1" i="1"/>
              <a:t>, </a:t>
            </a:r>
            <a:r>
              <a:rPr lang="en-US" sz="1200" b="1" i="1" err="1"/>
              <a:t>shdw</a:t>
            </a:r>
            <a:r>
              <a:rPr lang="en-US" sz="1200" b="1" i="1"/>
              <a:t>, </a:t>
            </a:r>
            <a:r>
              <a:rPr lang="en-US" sz="1200" b="1" i="1" err="1"/>
              <a:t>logshootdw</a:t>
            </a:r>
            <a:r>
              <a:rPr lang="en-US" sz="1200" b="1" i="1"/>
              <a:t>, shoot/total root ratio, </a:t>
            </a:r>
            <a:r>
              <a:rPr lang="en-US" sz="1200" b="1" i="1" err="1"/>
              <a:t>arsinshoottotal</a:t>
            </a:r>
            <a:r>
              <a:rPr lang="en-US" sz="1200" b="1" i="1"/>
              <a:t>, </a:t>
            </a:r>
            <a:r>
              <a:rPr lang="en-US" sz="1200" b="1" i="1" err="1"/>
              <a:t>Ngshoot</a:t>
            </a:r>
            <a:r>
              <a:rPr lang="en-US" sz="1200" b="1" i="1"/>
              <a:t>, log10Ngshoot, </a:t>
            </a:r>
            <a:r>
              <a:rPr lang="en-US" sz="1200" b="1" i="1" err="1"/>
              <a:t>Alshoot</a:t>
            </a:r>
            <a:r>
              <a:rPr lang="en-US" sz="1200" b="1" i="1"/>
              <a:t>, log10Algshoot, </a:t>
            </a:r>
            <a:r>
              <a:rPr lang="en-US" sz="1200" b="1" i="1" err="1"/>
              <a:t>Bshoot</a:t>
            </a:r>
            <a:r>
              <a:rPr lang="en-US" sz="1200" b="1" i="1"/>
              <a:t>, log10Bgshoot, </a:t>
            </a:r>
            <a:r>
              <a:rPr lang="en-US" sz="1200" b="1" i="1" err="1"/>
              <a:t>Cashoot</a:t>
            </a:r>
            <a:r>
              <a:rPr lang="en-US" sz="1200" b="1" i="1"/>
              <a:t>, log10Cashoot, </a:t>
            </a:r>
            <a:r>
              <a:rPr lang="en-US" sz="1200" b="1" i="1" err="1"/>
              <a:t>Cushoot</a:t>
            </a:r>
            <a:r>
              <a:rPr lang="en-US" sz="1200" b="1" i="1"/>
              <a:t>, log10Cushoot, </a:t>
            </a:r>
            <a:r>
              <a:rPr lang="en-US" sz="1200" b="1" i="1" err="1"/>
              <a:t>Feshoot</a:t>
            </a:r>
            <a:r>
              <a:rPr lang="en-US" sz="1200" b="1" i="1"/>
              <a:t>, log10Feshoot, </a:t>
            </a:r>
            <a:r>
              <a:rPr lang="en-US" sz="1200" b="1" i="1" err="1"/>
              <a:t>Kshoot</a:t>
            </a:r>
            <a:r>
              <a:rPr lang="en-US" sz="1200" b="1" i="1"/>
              <a:t>, log10Kgshoot, </a:t>
            </a:r>
            <a:r>
              <a:rPr lang="en-US" sz="1200" b="1" i="1" err="1"/>
              <a:t>Mgshoot</a:t>
            </a:r>
            <a:r>
              <a:rPr lang="en-US" sz="1200" b="1" i="1"/>
              <a:t>, log10Mgshoot, </a:t>
            </a:r>
            <a:r>
              <a:rPr lang="en-US" sz="1200" b="1" i="1" err="1"/>
              <a:t>Mnshoot</a:t>
            </a:r>
            <a:r>
              <a:rPr lang="en-US" sz="1200" b="1" i="1"/>
              <a:t>, log10Mnshoot, </a:t>
            </a:r>
            <a:r>
              <a:rPr lang="en-US" sz="1200" b="1" i="1" err="1"/>
              <a:t>Moshoot</a:t>
            </a:r>
            <a:r>
              <a:rPr lang="en-US" sz="1200" b="1" i="1"/>
              <a:t>, log10Moshoot, </a:t>
            </a:r>
            <a:r>
              <a:rPr lang="en-US" sz="1200" b="1" i="1" err="1"/>
              <a:t>Nashoot</a:t>
            </a:r>
            <a:r>
              <a:rPr lang="en-US" sz="1200" b="1" i="1"/>
              <a:t>, log10Nashoot, </a:t>
            </a:r>
            <a:r>
              <a:rPr lang="en-US" sz="1200" b="1" i="1" err="1"/>
              <a:t>Pshoot</a:t>
            </a:r>
            <a:r>
              <a:rPr lang="en-US" sz="1200" b="1" i="1"/>
              <a:t>, log10Pshoot, </a:t>
            </a:r>
            <a:r>
              <a:rPr lang="en-US" sz="1200" b="1" i="1" err="1"/>
              <a:t>Sshoot</a:t>
            </a:r>
            <a:r>
              <a:rPr lang="en-US" sz="1200" b="1" i="1"/>
              <a:t>, log10Sshoot, </a:t>
            </a:r>
            <a:r>
              <a:rPr lang="en-US" sz="1200" b="1" i="1" err="1"/>
              <a:t>Znshoot</a:t>
            </a:r>
            <a:r>
              <a:rPr lang="en-US" sz="1200" b="1" i="1"/>
              <a:t>, log10Znshoot, </a:t>
            </a:r>
            <a:r>
              <a:rPr lang="en-US" sz="1200" b="1" i="1" err="1"/>
              <a:t>taprootlaboratory</a:t>
            </a:r>
            <a:r>
              <a:rPr lang="en-US" sz="1200" b="1" i="1"/>
              <a:t>, </a:t>
            </a:r>
            <a:r>
              <a:rPr lang="en-US" sz="1200" b="1" i="1" err="1"/>
              <a:t>traluminum</a:t>
            </a:r>
            <a:r>
              <a:rPr lang="en-US" sz="1200" b="1" i="1"/>
              <a:t>, trlog10aluminum, </a:t>
            </a:r>
            <a:r>
              <a:rPr lang="en-US" sz="1200" b="1" i="1" err="1"/>
              <a:t>trboron</a:t>
            </a:r>
            <a:r>
              <a:rPr lang="en-US" sz="1200" b="1" i="1"/>
              <a:t>, trlog10boron, </a:t>
            </a:r>
            <a:r>
              <a:rPr lang="en-US" sz="1200" b="1" i="1" err="1"/>
              <a:t>trcalcium</a:t>
            </a:r>
            <a:r>
              <a:rPr lang="en-US" sz="1200" b="1" i="1"/>
              <a:t>, trlog10calcium, </a:t>
            </a:r>
            <a:r>
              <a:rPr lang="en-US" sz="1200" b="1" i="1" err="1"/>
              <a:t>triron</a:t>
            </a:r>
            <a:r>
              <a:rPr lang="en-US" sz="1200" b="1" i="1"/>
              <a:t>, trlog10iron, trlog10iron2, </a:t>
            </a:r>
            <a:r>
              <a:rPr lang="en-US" sz="1200" b="1" i="1" err="1"/>
              <a:t>trpotassium</a:t>
            </a:r>
            <a:r>
              <a:rPr lang="en-US" sz="1200" b="1" i="1"/>
              <a:t>, trlog10potassium, </a:t>
            </a:r>
            <a:r>
              <a:rPr lang="en-US" sz="1200" b="1" i="1" err="1"/>
              <a:t>trpotassiummgg</a:t>
            </a:r>
            <a:r>
              <a:rPr lang="en-US" sz="1200" b="1" i="1"/>
              <a:t>, trlog10potassiummgg, </a:t>
            </a:r>
            <a:r>
              <a:rPr lang="en-US" sz="1200" b="1" i="1" err="1"/>
              <a:t>trmagnesium</a:t>
            </a:r>
            <a:r>
              <a:rPr lang="en-US" sz="1200" b="1" i="1"/>
              <a:t>, trlog10magnesium, </a:t>
            </a:r>
            <a:r>
              <a:rPr lang="en-US" sz="1200" b="1" i="1" err="1"/>
              <a:t>trmanagese</a:t>
            </a:r>
            <a:r>
              <a:rPr lang="en-US" sz="1200" b="1" i="1"/>
              <a:t>, trlog10manganese, </a:t>
            </a:r>
            <a:r>
              <a:rPr lang="en-US" sz="1200" b="1" i="1" err="1"/>
              <a:t>trmolybdenum</a:t>
            </a:r>
            <a:r>
              <a:rPr lang="en-US" sz="1200" b="1" i="1"/>
              <a:t>, trlog10molybdenum, </a:t>
            </a:r>
            <a:r>
              <a:rPr lang="en-US" sz="1200" b="1" i="1" err="1"/>
              <a:t>trsodium</a:t>
            </a:r>
            <a:r>
              <a:rPr lang="en-US" sz="1200" b="1" i="1"/>
              <a:t>, trlog10sodium, </a:t>
            </a:r>
            <a:r>
              <a:rPr lang="en-US" sz="1200" b="1" i="1" err="1"/>
              <a:t>trphosphorus</a:t>
            </a:r>
            <a:r>
              <a:rPr lang="en-US" sz="1200" b="1" i="1"/>
              <a:t>, trlog10phosphorus, </a:t>
            </a:r>
            <a:r>
              <a:rPr lang="en-US" sz="1200" b="1" i="1" err="1"/>
              <a:t>trsulphur</a:t>
            </a:r>
            <a:r>
              <a:rPr lang="en-US" sz="1200" b="1" i="1"/>
              <a:t>, trlog10sulphur, </a:t>
            </a:r>
            <a:r>
              <a:rPr lang="en-US" sz="1200" b="1" i="1" err="1"/>
              <a:t>trzinc</a:t>
            </a:r>
            <a:r>
              <a:rPr lang="en-US" sz="1200" b="1" i="1"/>
              <a:t>, trlog10zinc, </a:t>
            </a:r>
            <a:r>
              <a:rPr lang="en-US" sz="1200" b="1" i="1" err="1"/>
              <a:t>gKtaproot</a:t>
            </a:r>
            <a:r>
              <a:rPr lang="en-US" sz="1200" b="1" i="1"/>
              <a:t>, log10gKtaproot, </a:t>
            </a:r>
            <a:r>
              <a:rPr lang="en-US" sz="1200" b="1" i="1" err="1"/>
              <a:t>gPtaproot</a:t>
            </a:r>
            <a:r>
              <a:rPr lang="en-US" sz="1200" b="1" i="1"/>
              <a:t>, log10gPtaproot, </a:t>
            </a:r>
            <a:r>
              <a:rPr lang="en-US" sz="1200" b="1" i="1" err="1"/>
              <a:t>gCataproot</a:t>
            </a:r>
            <a:r>
              <a:rPr lang="en-US" sz="1200" b="1" i="1"/>
              <a:t>, log10gCataproot, </a:t>
            </a:r>
            <a:r>
              <a:rPr lang="en-US" sz="1200" b="1" i="1" err="1"/>
              <a:t>Mggtaproot</a:t>
            </a:r>
            <a:r>
              <a:rPr lang="en-US" sz="1200" b="1" i="1"/>
              <a:t>, log10Mgtaproot, </a:t>
            </a:r>
            <a:r>
              <a:rPr lang="en-US" sz="1200" b="1" i="1" err="1"/>
              <a:t>Fegtaproot</a:t>
            </a:r>
            <a:r>
              <a:rPr lang="en-US" sz="1200" b="1" i="1"/>
              <a:t>, log10Fegtaproot, </a:t>
            </a:r>
            <a:r>
              <a:rPr lang="en-US" sz="1200" b="1" i="1" err="1"/>
              <a:t>Mngtaproot</a:t>
            </a:r>
            <a:r>
              <a:rPr lang="en-US" sz="1200" b="1" i="1"/>
              <a:t>, log10Mngtaproot, </a:t>
            </a:r>
            <a:r>
              <a:rPr lang="en-US" sz="1200" b="1" i="1" err="1"/>
              <a:t>Zngtaproot</a:t>
            </a:r>
            <a:r>
              <a:rPr lang="en-US" sz="1200" b="1" i="1"/>
              <a:t>, log10Zngtaproot”</a:t>
            </a:r>
            <a:endParaRPr lang="en-US" sz="1200"/>
          </a:p>
          <a:p>
            <a:r>
              <a:rPr lang="en-US" sz="2400"/>
              <a:t>The cleaned sheet removed some of the undesirable variables that we were not interested in along with filling in some 0 values with close to 0 values and contains the following columns:</a:t>
            </a:r>
          </a:p>
          <a:p>
            <a:pPr lvl="1">
              <a:buFont typeface="Courier New" panose="020B0604020202020204" pitchFamily="34" charset="0"/>
              <a:buChar char="o"/>
            </a:pPr>
            <a:r>
              <a:rPr lang="en-US" sz="1200" b="1" i="1"/>
              <a:t>“Root Dry weight (g), Shoot Dry weight (g), Total Dry weight (g), crop, </a:t>
            </a:r>
            <a:r>
              <a:rPr lang="en-US" sz="1200" b="1" i="1" err="1"/>
              <a:t>stakeno</a:t>
            </a:r>
            <a:r>
              <a:rPr lang="en-US" sz="1200" b="1" i="1"/>
              <a:t>, soil, feedstock, temperature, Total combustible nitrogen in % , total organic  in %, % C/% N ratio, Aluminum concentration in µg/g, Calcium concentration in µg/g, Iron concentration in µg/g, Potassium concentration in µg/g, Magnesium concentration in µg/g, Manganese concentration in µg/g, Sodium concentration in µg/g, Phosphorus concentration in µg/g, Zinc concentration in µg/g + 0.1 because of 0's.”</a:t>
            </a:r>
            <a:endParaRPr lang="en-US" sz="1200"/>
          </a:p>
          <a:p>
            <a:endParaRPr lang="en-US" sz="2400"/>
          </a:p>
        </p:txBody>
      </p:sp>
      <p:sp>
        <p:nvSpPr>
          <p:cNvPr id="4" name="Slide Number Placeholder 3">
            <a:extLst>
              <a:ext uri="{FF2B5EF4-FFF2-40B4-BE49-F238E27FC236}">
                <a16:creationId xmlns:a16="http://schemas.microsoft.com/office/drawing/2014/main" id="{CB270121-A8BE-6836-ED9C-5519A7B1C286}"/>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994343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86F3740-AD9F-466B-5B3B-F161DBDCAFF4}"/>
              </a:ext>
            </a:extLst>
          </p:cNvPr>
          <p:cNvPicPr>
            <a:picLocks noGrp="1" noChangeAspect="1"/>
          </p:cNvPicPr>
          <p:nvPr>
            <p:ph idx="1"/>
          </p:nvPr>
        </p:nvPicPr>
        <p:blipFill>
          <a:blip r:embed="rId2"/>
          <a:stretch>
            <a:fillRect/>
          </a:stretch>
        </p:blipFill>
        <p:spPr>
          <a:xfrm>
            <a:off x="274286" y="115789"/>
            <a:ext cx="5411596" cy="3111115"/>
          </a:xfrm>
          <a:prstGeom prst="rect">
            <a:avLst/>
          </a:prstGeom>
        </p:spPr>
      </p:pic>
      <p:sp>
        <p:nvSpPr>
          <p:cNvPr id="22" name="Rectangle 21">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gray bars with text&#10;&#10;AI-generated content may be incorrect.">
            <a:extLst>
              <a:ext uri="{FF2B5EF4-FFF2-40B4-BE49-F238E27FC236}">
                <a16:creationId xmlns:a16="http://schemas.microsoft.com/office/drawing/2014/main" id="{FBC21194-4B96-0370-0D85-860301EB5296}"/>
              </a:ext>
            </a:extLst>
          </p:cNvPr>
          <p:cNvPicPr>
            <a:picLocks noChangeAspect="1"/>
          </p:cNvPicPr>
          <p:nvPr/>
        </p:nvPicPr>
        <p:blipFill>
          <a:blip r:embed="rId3"/>
          <a:stretch>
            <a:fillRect/>
          </a:stretch>
        </p:blipFill>
        <p:spPr>
          <a:xfrm>
            <a:off x="6433227" y="218762"/>
            <a:ext cx="5109343" cy="3008142"/>
          </a:xfrm>
          <a:prstGeom prst="rect">
            <a:avLst/>
          </a:prstGeom>
        </p:spPr>
      </p:pic>
      <p:sp>
        <p:nvSpPr>
          <p:cNvPr id="23" name="Rectangle 22">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0F3EDE-F9EB-FCF4-BD3F-C3E98A8EB112}"/>
              </a:ext>
            </a:extLst>
          </p:cNvPr>
          <p:cNvPicPr>
            <a:picLocks noChangeAspect="1"/>
          </p:cNvPicPr>
          <p:nvPr/>
        </p:nvPicPr>
        <p:blipFill>
          <a:blip r:embed="rId4"/>
          <a:stretch>
            <a:fillRect/>
          </a:stretch>
        </p:blipFill>
        <p:spPr>
          <a:xfrm>
            <a:off x="273969" y="3631096"/>
            <a:ext cx="5412228" cy="3007695"/>
          </a:xfrm>
          <a:prstGeom prst="rect">
            <a:avLst/>
          </a:prstGeom>
        </p:spPr>
      </p:pic>
      <p:pic>
        <p:nvPicPr>
          <p:cNvPr id="6" name="Picture 5">
            <a:extLst>
              <a:ext uri="{FF2B5EF4-FFF2-40B4-BE49-F238E27FC236}">
                <a16:creationId xmlns:a16="http://schemas.microsoft.com/office/drawing/2014/main" id="{9C131D0B-AC55-E229-657F-420163653541}"/>
              </a:ext>
            </a:extLst>
          </p:cNvPr>
          <p:cNvPicPr>
            <a:picLocks noChangeAspect="1"/>
          </p:cNvPicPr>
          <p:nvPr/>
        </p:nvPicPr>
        <p:blipFill>
          <a:blip r:embed="rId5"/>
          <a:stretch>
            <a:fillRect/>
          </a:stretch>
        </p:blipFill>
        <p:spPr>
          <a:xfrm>
            <a:off x="6524874" y="3631096"/>
            <a:ext cx="5142293" cy="3007695"/>
          </a:xfrm>
          <a:prstGeom prst="rect">
            <a:avLst/>
          </a:prstGeom>
        </p:spPr>
      </p:pic>
    </p:spTree>
    <p:extLst>
      <p:ext uri="{BB962C8B-B14F-4D97-AF65-F5344CB8AC3E}">
        <p14:creationId xmlns:p14="http://schemas.microsoft.com/office/powerpoint/2010/main" val="719968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69C1-E941-A682-6A73-27EC9066F5A5}"/>
              </a:ext>
            </a:extLst>
          </p:cNvPr>
          <p:cNvSpPr>
            <a:spLocks noGrp="1"/>
          </p:cNvSpPr>
          <p:nvPr>
            <p:ph type="title"/>
          </p:nvPr>
        </p:nvSpPr>
        <p:spPr>
          <a:xfrm>
            <a:off x="4119" y="4720"/>
            <a:ext cx="12255843" cy="1325563"/>
          </a:xfrm>
          <a:solidFill>
            <a:schemeClr val="accent6">
              <a:lumMod val="60000"/>
              <a:lumOff val="40000"/>
            </a:schemeClr>
          </a:solidFill>
        </p:spPr>
        <p:txBody>
          <a:bodyPr>
            <a:normAutofit/>
          </a:bodyPr>
          <a:lstStyle/>
          <a:p>
            <a:r>
              <a:rPr lang="en-US" sz="4800"/>
              <a:t>Samples for K Means Clustering and PCA</a:t>
            </a:r>
          </a:p>
        </p:txBody>
      </p:sp>
      <p:graphicFrame>
        <p:nvGraphicFramePr>
          <p:cNvPr id="5" name="Content Placeholder 4">
            <a:extLst>
              <a:ext uri="{FF2B5EF4-FFF2-40B4-BE49-F238E27FC236}">
                <a16:creationId xmlns:a16="http://schemas.microsoft.com/office/drawing/2014/main" id="{A660D2D6-9A4F-1D2B-8C6A-E6A3E0123F06}"/>
              </a:ext>
            </a:extLst>
          </p:cNvPr>
          <p:cNvGraphicFramePr>
            <a:graphicFrameLocks noGrp="1"/>
          </p:cNvGraphicFramePr>
          <p:nvPr>
            <p:ph idx="1"/>
          </p:nvPr>
        </p:nvGraphicFramePr>
        <p:xfrm>
          <a:off x="838200" y="1825625"/>
          <a:ext cx="10515598" cy="4234815"/>
        </p:xfrm>
        <a:graphic>
          <a:graphicData uri="http://schemas.openxmlformats.org/drawingml/2006/table">
            <a:tbl>
              <a:tblPr bandRow="1">
                <a:tableStyleId>{5C22544A-7EE6-4342-B048-85BDC9FD1C3A}</a:tableStyleId>
              </a:tblPr>
              <a:tblGrid>
                <a:gridCol w="1957161">
                  <a:extLst>
                    <a:ext uri="{9D8B030D-6E8A-4147-A177-3AD203B41FA5}">
                      <a16:colId xmlns:a16="http://schemas.microsoft.com/office/drawing/2014/main" val="3476801539"/>
                    </a:ext>
                  </a:extLst>
                </a:gridCol>
                <a:gridCol w="5208041">
                  <a:extLst>
                    <a:ext uri="{9D8B030D-6E8A-4147-A177-3AD203B41FA5}">
                      <a16:colId xmlns:a16="http://schemas.microsoft.com/office/drawing/2014/main" val="591271365"/>
                    </a:ext>
                  </a:extLst>
                </a:gridCol>
                <a:gridCol w="3350396">
                  <a:extLst>
                    <a:ext uri="{9D8B030D-6E8A-4147-A177-3AD203B41FA5}">
                      <a16:colId xmlns:a16="http://schemas.microsoft.com/office/drawing/2014/main" val="4067118780"/>
                    </a:ext>
                  </a:extLst>
                </a:gridCol>
              </a:tblGrid>
              <a:tr h="180975">
                <a:tc>
                  <a:txBody>
                    <a:bodyPr/>
                    <a:lstStyle/>
                    <a:p>
                      <a:pPr fontAlgn="b"/>
                      <a:r>
                        <a:rPr lang="en-US" sz="1100" b="0" i="0" u="none" strike="noStrike">
                          <a:solidFill>
                            <a:srgbClr val="000000"/>
                          </a:solidFill>
                          <a:effectLst/>
                          <a:latin typeface="Calibri" panose="020F0502020204030204" pitchFamily="34" charset="0"/>
                        </a:rPr>
                        <a:t>Sample</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Feedstock</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Temperature</a:t>
                      </a:r>
                    </a:p>
                  </a:txBody>
                  <a:tcPr marL="9525" marR="9525" marT="9525" anchor="b">
                    <a:lnL>
                      <a:noFill/>
                    </a:lnL>
                    <a:lnR>
                      <a:noFill/>
                    </a:lnR>
                    <a:lnT>
                      <a:noFill/>
                    </a:lnT>
                    <a:lnB>
                      <a:noFill/>
                    </a:lnB>
                    <a:noFill/>
                  </a:tcPr>
                </a:tc>
                <a:extLst>
                  <a:ext uri="{0D108BD9-81ED-4DB2-BD59-A6C34878D82A}">
                    <a16:rowId xmlns:a16="http://schemas.microsoft.com/office/drawing/2014/main" val="2103922597"/>
                  </a:ext>
                </a:extLst>
              </a:tr>
              <a:tr h="180975">
                <a:tc>
                  <a:txBody>
                    <a:bodyPr/>
                    <a:lstStyle/>
                    <a:p>
                      <a:pPr fontAlgn="b"/>
                      <a:r>
                        <a:rPr lang="en-US" sz="1100" b="0" i="0" u="none" strike="noStrike">
                          <a:solidFill>
                            <a:srgbClr val="000000"/>
                          </a:solidFill>
                          <a:effectLst/>
                          <a:latin typeface="Calibri" panose="020F0502020204030204" pitchFamily="34" charset="0"/>
                        </a:rPr>
                        <a:t>1</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Pine chips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3503445502"/>
                  </a:ext>
                </a:extLst>
              </a:tr>
              <a:tr h="180975">
                <a:tc>
                  <a:txBody>
                    <a:bodyPr/>
                    <a:lstStyle/>
                    <a:p>
                      <a:pPr fontAlgn="b"/>
                      <a:r>
                        <a:rPr lang="en-US" sz="1100" b="0" i="0" u="none" strike="noStrike">
                          <a:solidFill>
                            <a:srgbClr val="000000"/>
                          </a:solidFill>
                          <a:effectLst/>
                          <a:latin typeface="Calibri" panose="020F0502020204030204" pitchFamily="34" charset="0"/>
                        </a:rPr>
                        <a:t>2</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Pine chips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2425226746"/>
                  </a:ext>
                </a:extLst>
              </a:tr>
              <a:tr h="180975">
                <a:tc>
                  <a:txBody>
                    <a:bodyPr/>
                    <a:lstStyle/>
                    <a:p>
                      <a:pPr fontAlgn="b"/>
                      <a:r>
                        <a:rPr lang="en-US" sz="1100" b="0" i="0" u="none" strike="noStrike">
                          <a:solidFill>
                            <a:srgbClr val="000000"/>
                          </a:solidFill>
                          <a:effectLst/>
                          <a:latin typeface="Calibri" panose="020F0502020204030204" pitchFamily="34" charset="0"/>
                        </a:rPr>
                        <a:t>3</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Pine chips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1782534175"/>
                  </a:ext>
                </a:extLst>
              </a:tr>
              <a:tr h="180975">
                <a:tc>
                  <a:txBody>
                    <a:bodyPr/>
                    <a:lstStyle/>
                    <a:p>
                      <a:pPr fontAlgn="b"/>
                      <a:r>
                        <a:rPr lang="en-US" sz="1100" b="0" i="0" u="none" strike="noStrike">
                          <a:solidFill>
                            <a:srgbClr val="000000"/>
                          </a:solidFill>
                          <a:effectLst/>
                          <a:latin typeface="Calibri" panose="020F0502020204030204" pitchFamily="34" charset="0"/>
                        </a:rPr>
                        <a:t>4</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Poultry Liter</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2677763450"/>
                  </a:ext>
                </a:extLst>
              </a:tr>
              <a:tr h="180975">
                <a:tc>
                  <a:txBody>
                    <a:bodyPr/>
                    <a:lstStyle/>
                    <a:p>
                      <a:pPr fontAlgn="b"/>
                      <a:r>
                        <a:rPr lang="en-US" sz="1100" b="0" i="0" u="none" strike="noStrike">
                          <a:solidFill>
                            <a:srgbClr val="000000"/>
                          </a:solidFill>
                          <a:effectLst/>
                          <a:latin typeface="Calibri" panose="020F0502020204030204" pitchFamily="34" charset="0"/>
                        </a:rPr>
                        <a:t>5</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Poultry Liter</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3094158197"/>
                  </a:ext>
                </a:extLst>
              </a:tr>
              <a:tr h="180975">
                <a:tc>
                  <a:txBody>
                    <a:bodyPr/>
                    <a:lstStyle/>
                    <a:p>
                      <a:pPr fontAlgn="b"/>
                      <a:r>
                        <a:rPr lang="en-US" sz="1100" b="0" i="0" u="none" strike="noStrike">
                          <a:solidFill>
                            <a:srgbClr val="000000"/>
                          </a:solidFill>
                          <a:effectLst/>
                          <a:latin typeface="Calibri" panose="020F0502020204030204" pitchFamily="34" charset="0"/>
                        </a:rPr>
                        <a:t>6</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Poultry Liter</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686493910"/>
                  </a:ext>
                </a:extLst>
              </a:tr>
              <a:tr h="180975">
                <a:tc>
                  <a:txBody>
                    <a:bodyPr/>
                    <a:lstStyle/>
                    <a:p>
                      <a:pPr fontAlgn="b"/>
                      <a:r>
                        <a:rPr lang="en-US" sz="1100" b="0" i="0" u="none" strike="noStrike">
                          <a:solidFill>
                            <a:srgbClr val="000000"/>
                          </a:solidFill>
                          <a:effectLst/>
                          <a:latin typeface="Calibri" panose="020F0502020204030204" pitchFamily="34" charset="0"/>
                        </a:rPr>
                        <a:t>7</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Swine Solids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2483709077"/>
                  </a:ext>
                </a:extLst>
              </a:tr>
              <a:tr h="180975">
                <a:tc>
                  <a:txBody>
                    <a:bodyPr/>
                    <a:lstStyle/>
                    <a:p>
                      <a:pPr fontAlgn="b"/>
                      <a:r>
                        <a:rPr lang="en-US" sz="1100" b="0" i="0" u="none" strike="noStrike">
                          <a:solidFill>
                            <a:srgbClr val="000000"/>
                          </a:solidFill>
                          <a:effectLst/>
                          <a:latin typeface="Calibri" panose="020F0502020204030204" pitchFamily="34" charset="0"/>
                        </a:rPr>
                        <a:t>8</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Swine Solids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2083002113"/>
                  </a:ext>
                </a:extLst>
              </a:tr>
              <a:tr h="180975">
                <a:tc>
                  <a:txBody>
                    <a:bodyPr/>
                    <a:lstStyle/>
                    <a:p>
                      <a:pPr fontAlgn="b"/>
                      <a:r>
                        <a:rPr lang="en-US" sz="1100" b="0" i="0" u="none" strike="noStrike">
                          <a:solidFill>
                            <a:srgbClr val="000000"/>
                          </a:solidFill>
                          <a:effectLst/>
                          <a:latin typeface="Calibri" panose="020F0502020204030204" pitchFamily="34" charset="0"/>
                        </a:rPr>
                        <a:t>9</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Swine Solids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510975244"/>
                  </a:ext>
                </a:extLst>
              </a:tr>
              <a:tr h="180975">
                <a:tc>
                  <a:txBody>
                    <a:bodyPr/>
                    <a:lstStyle/>
                    <a:p>
                      <a:pPr fontAlgn="b"/>
                      <a:r>
                        <a:rPr lang="en-US" sz="1100" b="0" i="0" u="none" strike="noStrike">
                          <a:solidFill>
                            <a:srgbClr val="000000"/>
                          </a:solidFill>
                          <a:effectLst/>
                          <a:latin typeface="Calibri" panose="020F0502020204030204" pitchFamily="34" charset="0"/>
                        </a:rPr>
                        <a:t>10</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3349016385"/>
                  </a:ext>
                </a:extLst>
              </a:tr>
              <a:tr h="180975">
                <a:tc>
                  <a:txBody>
                    <a:bodyPr/>
                    <a:lstStyle/>
                    <a:p>
                      <a:pPr fontAlgn="b"/>
                      <a:r>
                        <a:rPr lang="en-US" sz="1100" b="0" i="0" u="none" strike="noStrike">
                          <a:solidFill>
                            <a:srgbClr val="000000"/>
                          </a:solidFill>
                          <a:effectLst/>
                          <a:latin typeface="Calibri" panose="020F0502020204030204" pitchFamily="34" charset="0"/>
                        </a:rPr>
                        <a:t>11</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499989296"/>
                  </a:ext>
                </a:extLst>
              </a:tr>
              <a:tr h="180975">
                <a:tc>
                  <a:txBody>
                    <a:bodyPr/>
                    <a:lstStyle/>
                    <a:p>
                      <a:pPr fontAlgn="b"/>
                      <a:r>
                        <a:rPr lang="en-US" sz="1100" b="0" i="0" u="none" strike="noStrike">
                          <a:solidFill>
                            <a:srgbClr val="000000"/>
                          </a:solidFill>
                          <a:effectLst/>
                          <a:latin typeface="Calibri" panose="020F0502020204030204" pitchFamily="34" charset="0"/>
                        </a:rPr>
                        <a:t>12</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1742129829"/>
                  </a:ext>
                </a:extLst>
              </a:tr>
              <a:tr h="180975">
                <a:tc>
                  <a:txBody>
                    <a:bodyPr/>
                    <a:lstStyle/>
                    <a:p>
                      <a:pPr fontAlgn="b"/>
                      <a:r>
                        <a:rPr lang="en-US" sz="1100" b="0" i="0" u="none" strike="noStrike">
                          <a:solidFill>
                            <a:srgbClr val="000000"/>
                          </a:solidFill>
                          <a:effectLst/>
                          <a:latin typeface="Calibri" panose="020F0502020204030204" pitchFamily="34" charset="0"/>
                        </a:rPr>
                        <a:t>13</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50/50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1886683384"/>
                  </a:ext>
                </a:extLst>
              </a:tr>
              <a:tr h="180975">
                <a:tc>
                  <a:txBody>
                    <a:bodyPr/>
                    <a:lstStyle/>
                    <a:p>
                      <a:pPr fontAlgn="b"/>
                      <a:r>
                        <a:rPr lang="en-US" sz="1100" b="0" i="0" u="none" strike="noStrike">
                          <a:solidFill>
                            <a:srgbClr val="000000"/>
                          </a:solidFill>
                          <a:effectLst/>
                          <a:latin typeface="Calibri" panose="020F0502020204030204" pitchFamily="34" charset="0"/>
                        </a:rPr>
                        <a:t>14</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50/50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248029751"/>
                  </a:ext>
                </a:extLst>
              </a:tr>
              <a:tr h="180975">
                <a:tc>
                  <a:txBody>
                    <a:bodyPr/>
                    <a:lstStyle/>
                    <a:p>
                      <a:pPr fontAlgn="b"/>
                      <a:r>
                        <a:rPr lang="en-US" sz="1100" b="0" i="0" u="none" strike="noStrike">
                          <a:solidFill>
                            <a:srgbClr val="000000"/>
                          </a:solidFill>
                          <a:effectLst/>
                          <a:latin typeface="Calibri" panose="020F0502020204030204" pitchFamily="34" charset="0"/>
                        </a:rPr>
                        <a:t>15</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50/50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3605644622"/>
                  </a:ext>
                </a:extLst>
              </a:tr>
              <a:tr h="180975">
                <a:tc>
                  <a:txBody>
                    <a:bodyPr/>
                    <a:lstStyle/>
                    <a:p>
                      <a:pPr fontAlgn="b"/>
                      <a:r>
                        <a:rPr lang="en-US" sz="1100" b="0" i="0" u="none" strike="noStrike">
                          <a:solidFill>
                            <a:srgbClr val="000000"/>
                          </a:solidFill>
                          <a:effectLst/>
                          <a:latin typeface="Calibri" panose="020F0502020204030204" pitchFamily="34" charset="0"/>
                        </a:rPr>
                        <a:t>16</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80/20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350</a:t>
                      </a:r>
                    </a:p>
                  </a:txBody>
                  <a:tcPr marL="9525" marR="9525" marT="9525" anchor="b">
                    <a:lnL>
                      <a:noFill/>
                    </a:lnL>
                    <a:lnR>
                      <a:noFill/>
                    </a:lnR>
                    <a:lnT>
                      <a:noFill/>
                    </a:lnT>
                    <a:lnB>
                      <a:noFill/>
                    </a:lnB>
                    <a:noFill/>
                  </a:tcPr>
                </a:tc>
                <a:extLst>
                  <a:ext uri="{0D108BD9-81ED-4DB2-BD59-A6C34878D82A}">
                    <a16:rowId xmlns:a16="http://schemas.microsoft.com/office/drawing/2014/main" val="3418136787"/>
                  </a:ext>
                </a:extLst>
              </a:tr>
              <a:tr h="180975">
                <a:tc>
                  <a:txBody>
                    <a:bodyPr/>
                    <a:lstStyle/>
                    <a:p>
                      <a:pPr fontAlgn="b"/>
                      <a:r>
                        <a:rPr lang="en-US" sz="1100" b="0" i="0" u="none" strike="noStrike">
                          <a:solidFill>
                            <a:srgbClr val="000000"/>
                          </a:solidFill>
                          <a:effectLst/>
                          <a:latin typeface="Calibri" panose="020F0502020204030204" pitchFamily="34" charset="0"/>
                        </a:rPr>
                        <a:t>17</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80/20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500</a:t>
                      </a:r>
                    </a:p>
                  </a:txBody>
                  <a:tcPr marL="9525" marR="9525" marT="9525" anchor="b">
                    <a:lnL>
                      <a:noFill/>
                    </a:lnL>
                    <a:lnR>
                      <a:noFill/>
                    </a:lnR>
                    <a:lnT>
                      <a:noFill/>
                    </a:lnT>
                    <a:lnB>
                      <a:noFill/>
                    </a:lnB>
                    <a:noFill/>
                  </a:tcPr>
                </a:tc>
                <a:extLst>
                  <a:ext uri="{0D108BD9-81ED-4DB2-BD59-A6C34878D82A}">
                    <a16:rowId xmlns:a16="http://schemas.microsoft.com/office/drawing/2014/main" val="771163305"/>
                  </a:ext>
                </a:extLst>
              </a:tr>
              <a:tr h="180975">
                <a:tc>
                  <a:txBody>
                    <a:bodyPr/>
                    <a:lstStyle/>
                    <a:p>
                      <a:pPr fontAlgn="b"/>
                      <a:r>
                        <a:rPr lang="en-US" sz="1100" b="0" i="0" u="none" strike="noStrike">
                          <a:solidFill>
                            <a:srgbClr val="000000"/>
                          </a:solidFill>
                          <a:effectLst/>
                          <a:latin typeface="Calibri" panose="020F0502020204030204" pitchFamily="34" charset="0"/>
                        </a:rPr>
                        <a:t>18</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80/20 Pine Chip/Switchgrass</a:t>
                      </a:r>
                    </a:p>
                  </a:txBody>
                  <a:tcPr marL="9525" marR="9525" marT="9525" anchor="b">
                    <a:lnL>
                      <a:noFill/>
                    </a:lnL>
                    <a:lnR>
                      <a:noFill/>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700</a:t>
                      </a:r>
                    </a:p>
                  </a:txBody>
                  <a:tcPr marL="9525" marR="9525" marT="9525" anchor="b">
                    <a:lnL>
                      <a:noFill/>
                    </a:lnL>
                    <a:lnR>
                      <a:noFill/>
                    </a:lnR>
                    <a:lnT>
                      <a:noFill/>
                    </a:lnT>
                    <a:lnB>
                      <a:noFill/>
                    </a:lnB>
                    <a:noFill/>
                  </a:tcPr>
                </a:tc>
                <a:extLst>
                  <a:ext uri="{0D108BD9-81ED-4DB2-BD59-A6C34878D82A}">
                    <a16:rowId xmlns:a16="http://schemas.microsoft.com/office/drawing/2014/main" val="892234881"/>
                  </a:ext>
                </a:extLst>
              </a:tr>
            </a:tbl>
          </a:graphicData>
        </a:graphic>
      </p:graphicFrame>
      <p:sp>
        <p:nvSpPr>
          <p:cNvPr id="6" name="Slide Number Placeholder 5">
            <a:extLst>
              <a:ext uri="{FF2B5EF4-FFF2-40B4-BE49-F238E27FC236}">
                <a16:creationId xmlns:a16="http://schemas.microsoft.com/office/drawing/2014/main" id="{DD66810F-239E-61BF-BEA4-F1F028FA2A24}"/>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672285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9F11A-3800-017B-376D-421450370F26}"/>
              </a:ext>
            </a:extLst>
          </p:cNvPr>
          <p:cNvSpPr>
            <a:spLocks noGrp="1"/>
          </p:cNvSpPr>
          <p:nvPr>
            <p:ph type="title"/>
          </p:nvPr>
        </p:nvSpPr>
        <p:spPr>
          <a:xfrm>
            <a:off x="4119" y="4720"/>
            <a:ext cx="12173464" cy="1706562"/>
          </a:xfrm>
          <a:solidFill>
            <a:schemeClr val="accent6">
              <a:lumMod val="60000"/>
              <a:lumOff val="40000"/>
            </a:schemeClr>
          </a:solidFill>
        </p:spPr>
        <p:txBody>
          <a:bodyPr/>
          <a:lstStyle/>
          <a:p>
            <a:r>
              <a:rPr lang="en-US"/>
              <a:t>                          Scree Plot for PCA</a:t>
            </a:r>
          </a:p>
        </p:txBody>
      </p:sp>
      <p:pic>
        <p:nvPicPr>
          <p:cNvPr id="5" name="Content Placeholder 4" descr="A graph with a line graph and numbers&#10;&#10;AI-generated content may be incorrect.">
            <a:extLst>
              <a:ext uri="{FF2B5EF4-FFF2-40B4-BE49-F238E27FC236}">
                <a16:creationId xmlns:a16="http://schemas.microsoft.com/office/drawing/2014/main" id="{FDE39DE6-B450-8E86-7B0D-1897AEC54BD9}"/>
              </a:ext>
            </a:extLst>
          </p:cNvPr>
          <p:cNvPicPr>
            <a:picLocks noGrp="1" noChangeAspect="1"/>
          </p:cNvPicPr>
          <p:nvPr>
            <p:ph idx="1"/>
          </p:nvPr>
        </p:nvPicPr>
        <p:blipFill>
          <a:blip r:embed="rId2"/>
          <a:stretch>
            <a:fillRect/>
          </a:stretch>
        </p:blipFill>
        <p:spPr>
          <a:xfrm>
            <a:off x="2280434" y="1825625"/>
            <a:ext cx="7631131" cy="4351338"/>
          </a:xfrm>
        </p:spPr>
      </p:pic>
      <p:sp>
        <p:nvSpPr>
          <p:cNvPr id="4" name="Slide Number Placeholder 3">
            <a:extLst>
              <a:ext uri="{FF2B5EF4-FFF2-40B4-BE49-F238E27FC236}">
                <a16:creationId xmlns:a16="http://schemas.microsoft.com/office/drawing/2014/main" id="{7F4D0EEE-0D5B-ED01-4AA8-1ADFBDEE8C99}"/>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3719921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32425-4812-169B-2971-EEB10E8B4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2DF05-67C9-A0CD-A497-C4DD20709FBE}"/>
              </a:ext>
            </a:extLst>
          </p:cNvPr>
          <p:cNvSpPr>
            <a:spLocks noGrp="1"/>
          </p:cNvSpPr>
          <p:nvPr>
            <p:ph type="title"/>
          </p:nvPr>
        </p:nvSpPr>
        <p:spPr>
          <a:xfrm>
            <a:off x="4119" y="4720"/>
            <a:ext cx="12173464" cy="1706562"/>
          </a:xfrm>
          <a:solidFill>
            <a:schemeClr val="accent6">
              <a:lumMod val="60000"/>
              <a:lumOff val="40000"/>
            </a:schemeClr>
          </a:solidFill>
        </p:spPr>
        <p:txBody>
          <a:bodyPr/>
          <a:lstStyle/>
          <a:p>
            <a:pPr algn="ctr"/>
            <a:r>
              <a:rPr lang="en-US">
                <a:ea typeface="Calibri Light"/>
                <a:cs typeface="Calibri Light"/>
              </a:rPr>
              <a:t>PCA Results</a:t>
            </a:r>
            <a:endParaRPr lang="en-US"/>
          </a:p>
        </p:txBody>
      </p:sp>
      <p:sp>
        <p:nvSpPr>
          <p:cNvPr id="4" name="Slide Number Placeholder 3">
            <a:extLst>
              <a:ext uri="{FF2B5EF4-FFF2-40B4-BE49-F238E27FC236}">
                <a16:creationId xmlns:a16="http://schemas.microsoft.com/office/drawing/2014/main" id="{398EB144-78BB-DEBA-5D18-F780C4A9308F}"/>
              </a:ext>
            </a:extLst>
          </p:cNvPr>
          <p:cNvSpPr>
            <a:spLocks noGrp="1"/>
          </p:cNvSpPr>
          <p:nvPr>
            <p:ph type="sldNum" sz="quarter" idx="12"/>
          </p:nvPr>
        </p:nvSpPr>
        <p:spPr/>
        <p:txBody>
          <a:bodyPr/>
          <a:lstStyle/>
          <a:p>
            <a:fld id="{330EA680-D336-4FF7-8B7A-9848BB0A1C32}" type="slidenum">
              <a:rPr lang="en-US" smtClean="0"/>
              <a:t>11</a:t>
            </a:fld>
            <a:endParaRPr lang="en-US"/>
          </a:p>
        </p:txBody>
      </p:sp>
      <p:pic>
        <p:nvPicPr>
          <p:cNvPr id="7" name="Content Placeholder 6">
            <a:extLst>
              <a:ext uri="{FF2B5EF4-FFF2-40B4-BE49-F238E27FC236}">
                <a16:creationId xmlns:a16="http://schemas.microsoft.com/office/drawing/2014/main" id="{0194393F-59FD-5E79-24E7-5A50B374BFC2}"/>
              </a:ext>
            </a:extLst>
          </p:cNvPr>
          <p:cNvPicPr>
            <a:picLocks noGrp="1" noChangeAspect="1"/>
          </p:cNvPicPr>
          <p:nvPr>
            <p:ph idx="1"/>
          </p:nvPr>
        </p:nvPicPr>
        <p:blipFill>
          <a:blip r:embed="rId2"/>
          <a:stretch>
            <a:fillRect/>
          </a:stretch>
        </p:blipFill>
        <p:spPr>
          <a:xfrm>
            <a:off x="3699197" y="1825625"/>
            <a:ext cx="4793605" cy="4351338"/>
          </a:xfrm>
        </p:spPr>
      </p:pic>
    </p:spTree>
    <p:extLst>
      <p:ext uri="{BB962C8B-B14F-4D97-AF65-F5344CB8AC3E}">
        <p14:creationId xmlns:p14="http://schemas.microsoft.com/office/powerpoint/2010/main" val="3199576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CBBF8-DDBB-1CA4-54BD-3F95F0E3EF66}"/>
              </a:ext>
            </a:extLst>
          </p:cNvPr>
          <p:cNvSpPr>
            <a:spLocks noGrp="1"/>
          </p:cNvSpPr>
          <p:nvPr>
            <p:ph type="title"/>
          </p:nvPr>
        </p:nvSpPr>
        <p:spPr>
          <a:xfrm>
            <a:off x="4119" y="-5577"/>
            <a:ext cx="12255843" cy="1716859"/>
          </a:xfrm>
          <a:solidFill>
            <a:schemeClr val="accent6">
              <a:lumMod val="60000"/>
              <a:lumOff val="40000"/>
            </a:schemeClr>
          </a:solidFill>
        </p:spPr>
        <p:txBody>
          <a:bodyPr>
            <a:noAutofit/>
          </a:bodyPr>
          <a:lstStyle/>
          <a:p>
            <a:r>
              <a:rPr lang="en-US" sz="4800"/>
              <a:t>Method One: Principal Choice Analysis(PCA) </a:t>
            </a:r>
          </a:p>
        </p:txBody>
      </p:sp>
      <p:sp>
        <p:nvSpPr>
          <p:cNvPr id="3" name="Content Placeholder 2">
            <a:extLst>
              <a:ext uri="{FF2B5EF4-FFF2-40B4-BE49-F238E27FC236}">
                <a16:creationId xmlns:a16="http://schemas.microsoft.com/office/drawing/2014/main" id="{4B0A24A2-3676-0D12-FFD0-74983AA1428E}"/>
              </a:ext>
            </a:extLst>
          </p:cNvPr>
          <p:cNvSpPr>
            <a:spLocks noGrp="1"/>
          </p:cNvSpPr>
          <p:nvPr>
            <p:ph idx="1"/>
          </p:nvPr>
        </p:nvSpPr>
        <p:spPr/>
        <p:txBody>
          <a:bodyPr vert="horz" lIns="91440" tIns="45720" rIns="91440" bIns="45720" rtlCol="0" anchor="t">
            <a:normAutofit/>
          </a:bodyPr>
          <a:lstStyle/>
          <a:p>
            <a:r>
              <a:rPr lang="en-US"/>
              <a:t>PCA was done on the first dataset as well and yielded 2 major principal components. PC1 represents the presence of nutrients produced from the biochar's. PC2 is the presence of soluble elements, reflecting the salinity that will be produced from the bio chars.</a:t>
            </a:r>
          </a:p>
          <a:p>
            <a:r>
              <a:rPr lang="en-US"/>
              <a:t>A high score in PC1 represents a high concentration of plant needed nutrients, while a low score will indicate a lack of these nutrients</a:t>
            </a:r>
            <a:endParaRPr lang="en-US">
              <a:ea typeface="Calibri"/>
              <a:cs typeface="Calibri"/>
            </a:endParaRPr>
          </a:p>
          <a:p>
            <a:r>
              <a:rPr lang="en-US"/>
              <a:t>A high score in PC2 represents a high salt content produced from the biochar, while a low score will indicate a lack of salt</a:t>
            </a:r>
            <a:endParaRPr lang="en-US">
              <a:ea typeface="Calibri"/>
              <a:cs typeface="Calibri"/>
            </a:endParaRPr>
          </a:p>
          <a:p>
            <a:endParaRPr lang="en-US"/>
          </a:p>
          <a:p>
            <a:endParaRPr lang="en-US"/>
          </a:p>
        </p:txBody>
      </p:sp>
      <p:sp>
        <p:nvSpPr>
          <p:cNvPr id="4" name="Slide Number Placeholder 3">
            <a:extLst>
              <a:ext uri="{FF2B5EF4-FFF2-40B4-BE49-F238E27FC236}">
                <a16:creationId xmlns:a16="http://schemas.microsoft.com/office/drawing/2014/main" id="{093064D4-8B71-4A9C-82F2-359C44470E38}"/>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2654624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1E923-FDC7-67BB-F314-C342DE7AB9DB}"/>
              </a:ext>
            </a:extLst>
          </p:cNvPr>
          <p:cNvSpPr>
            <a:spLocks noGrp="1"/>
          </p:cNvSpPr>
          <p:nvPr>
            <p:ph type="title"/>
          </p:nvPr>
        </p:nvSpPr>
        <p:spPr>
          <a:xfrm>
            <a:off x="4119" y="-5577"/>
            <a:ext cx="12276437" cy="1716859"/>
          </a:xfrm>
          <a:solidFill>
            <a:schemeClr val="accent6">
              <a:lumMod val="60000"/>
              <a:lumOff val="40000"/>
            </a:schemeClr>
          </a:solidFill>
        </p:spPr>
        <p:txBody>
          <a:bodyPr/>
          <a:lstStyle/>
          <a:p>
            <a:r>
              <a:rPr lang="en-US"/>
              <a:t>                                 Bi Plot For PCA</a:t>
            </a:r>
          </a:p>
        </p:txBody>
      </p:sp>
      <p:pic>
        <p:nvPicPr>
          <p:cNvPr id="5" name="Content Placeholder 4">
            <a:extLst>
              <a:ext uri="{FF2B5EF4-FFF2-40B4-BE49-F238E27FC236}">
                <a16:creationId xmlns:a16="http://schemas.microsoft.com/office/drawing/2014/main" id="{1B6290E4-053C-077E-95EC-0BDBF93E5C27}"/>
              </a:ext>
            </a:extLst>
          </p:cNvPr>
          <p:cNvPicPr>
            <a:picLocks noGrp="1" noChangeAspect="1"/>
          </p:cNvPicPr>
          <p:nvPr>
            <p:ph idx="1"/>
          </p:nvPr>
        </p:nvPicPr>
        <p:blipFill>
          <a:blip r:embed="rId2"/>
          <a:stretch>
            <a:fillRect/>
          </a:stretch>
        </p:blipFill>
        <p:spPr>
          <a:xfrm>
            <a:off x="2509581" y="1825625"/>
            <a:ext cx="7172837" cy="4351338"/>
          </a:xfrm>
        </p:spPr>
      </p:pic>
      <p:sp>
        <p:nvSpPr>
          <p:cNvPr id="4" name="Slide Number Placeholder 3">
            <a:extLst>
              <a:ext uri="{FF2B5EF4-FFF2-40B4-BE49-F238E27FC236}">
                <a16:creationId xmlns:a16="http://schemas.microsoft.com/office/drawing/2014/main" id="{B4A098A5-B4FD-EC29-C422-84BD1D92D6A1}"/>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4289308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C59D1-1418-F586-C793-0AFAECE8C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2C0E-4D0D-857D-4EAC-A5D98F7B239B}"/>
              </a:ext>
            </a:extLst>
          </p:cNvPr>
          <p:cNvSpPr>
            <a:spLocks noGrp="1"/>
          </p:cNvSpPr>
          <p:nvPr>
            <p:ph type="title"/>
          </p:nvPr>
        </p:nvSpPr>
        <p:spPr>
          <a:xfrm>
            <a:off x="4119" y="25315"/>
            <a:ext cx="12276437" cy="1706562"/>
          </a:xfrm>
          <a:solidFill>
            <a:schemeClr val="accent6">
              <a:lumMod val="60000"/>
              <a:lumOff val="40000"/>
            </a:schemeClr>
          </a:solidFill>
        </p:spPr>
        <p:txBody>
          <a:bodyPr>
            <a:normAutofit/>
          </a:bodyPr>
          <a:lstStyle/>
          <a:p>
            <a:r>
              <a:rPr lang="en-US" sz="4800"/>
              <a:t>Method Two: K Means Clustering</a:t>
            </a:r>
          </a:p>
        </p:txBody>
      </p:sp>
      <p:sp>
        <p:nvSpPr>
          <p:cNvPr id="3" name="Content Placeholder 2">
            <a:extLst>
              <a:ext uri="{FF2B5EF4-FFF2-40B4-BE49-F238E27FC236}">
                <a16:creationId xmlns:a16="http://schemas.microsoft.com/office/drawing/2014/main" id="{76871CED-AB37-FC5F-7543-3C29527CAAE9}"/>
              </a:ext>
            </a:extLst>
          </p:cNvPr>
          <p:cNvSpPr>
            <a:spLocks noGrp="1"/>
          </p:cNvSpPr>
          <p:nvPr>
            <p:ph idx="1"/>
          </p:nvPr>
        </p:nvSpPr>
        <p:spPr/>
        <p:txBody>
          <a:bodyPr vert="horz" lIns="91440" tIns="45720" rIns="91440" bIns="45720" rtlCol="0" anchor="t">
            <a:normAutofit fontScale="92500" lnSpcReduction="10000"/>
          </a:bodyPr>
          <a:lstStyle/>
          <a:p>
            <a:r>
              <a:rPr lang="en-US"/>
              <a:t>K-means clustering was done on the first set of data to determine what each biochar could bring to the table, 4 main clusters were formed during this process:</a:t>
            </a:r>
          </a:p>
          <a:p>
            <a:pPr lvl="1">
              <a:buFont typeface="Courier New,monospace" panose="020B0604020202020204" pitchFamily="34" charset="0"/>
              <a:buChar char="o"/>
            </a:pPr>
            <a:r>
              <a:rPr lang="en-US" sz="2000"/>
              <a:t>Cluster One: Very high nutrient concentration with low salt content</a:t>
            </a:r>
            <a:endParaRPr lang="en-US" sz="2000">
              <a:ea typeface="Calibri"/>
              <a:cs typeface="Calibri"/>
            </a:endParaRPr>
          </a:p>
          <a:p>
            <a:pPr lvl="2">
              <a:buFont typeface="Wingdings,Sans-Serif" panose="020B0604020202020204" pitchFamily="34" charset="0"/>
              <a:buChar char="§"/>
            </a:pPr>
            <a:r>
              <a:rPr lang="en-US"/>
              <a:t>Contains Sample 8,9 ideal conditions for plant growth. Contains samples 4,13,14,15,18 decent nutrients allow for growth however higher salt will counteract water availability in plants, making accelerated growth harder</a:t>
            </a:r>
          </a:p>
          <a:p>
            <a:pPr lvl="1">
              <a:buFont typeface="Courier New,monospace" panose="020B0604020202020204" pitchFamily="34" charset="0"/>
              <a:buChar char="o"/>
            </a:pPr>
            <a:r>
              <a:rPr lang="en-US" sz="2000"/>
              <a:t>Cluster Two: High nutrient concentration with low salt content</a:t>
            </a:r>
            <a:endParaRPr lang="en-US">
              <a:ea typeface="Calibri"/>
              <a:cs typeface="Calibri"/>
            </a:endParaRPr>
          </a:p>
          <a:p>
            <a:pPr lvl="2">
              <a:buFont typeface="Wingdings,Sans-Serif" panose="020B0604020202020204" pitchFamily="34" charset="0"/>
              <a:buChar char="§"/>
            </a:pPr>
            <a:r>
              <a:rPr lang="en-US"/>
              <a:t>Contains Sample 7 while not as good as cluster one conditions for growth are still good   </a:t>
            </a:r>
            <a:endParaRPr lang="en-US">
              <a:ea typeface="Calibri"/>
              <a:cs typeface="Calibri"/>
            </a:endParaRPr>
          </a:p>
          <a:p>
            <a:pPr lvl="1">
              <a:buFont typeface="Courier New" panose="020B0604020202020204" pitchFamily="34" charset="0"/>
              <a:buChar char="o"/>
            </a:pPr>
            <a:r>
              <a:rPr lang="en-US" sz="2000"/>
              <a:t>Cluster Three: Moderate nutrient concentration with high salt content</a:t>
            </a:r>
            <a:endParaRPr lang="en-US"/>
          </a:p>
          <a:p>
            <a:pPr lvl="2">
              <a:buFont typeface="Wingdings" panose="020B0604020202020204" pitchFamily="34" charset="0"/>
              <a:buChar char="§"/>
            </a:pPr>
            <a:r>
              <a:rPr lang="en-US">
                <a:ea typeface="Calibri"/>
                <a:cs typeface="Calibri"/>
              </a:rPr>
              <a:t>Contains samples 4,5,6,14,15,18  decent nutrients allow for growth however higher salt will counteract water availability in plants, making accelerated growth harder</a:t>
            </a:r>
          </a:p>
          <a:p>
            <a:pPr lvl="1">
              <a:buFont typeface="Courier New" panose="020B0604020202020204" pitchFamily="34" charset="0"/>
              <a:buChar char="o"/>
            </a:pPr>
            <a:r>
              <a:rPr lang="en-US" sz="2000"/>
              <a:t>Cluster Four: Low nutrient concentration with low salt content </a:t>
            </a:r>
            <a:endParaRPr lang="en-US" sz="2000">
              <a:ea typeface="Calibri"/>
              <a:cs typeface="Calibri"/>
            </a:endParaRPr>
          </a:p>
          <a:p>
            <a:pPr lvl="2">
              <a:buFont typeface="Wingdings" panose="020B0604020202020204" pitchFamily="34" charset="0"/>
              <a:buChar char="§"/>
            </a:pPr>
            <a:r>
              <a:rPr lang="en-US"/>
              <a:t>Contains samples 1,2,3,10,11,12,13,16,17 like Cluster Three however the lack of nutrients will slow the rate of growth even more.</a:t>
            </a:r>
          </a:p>
        </p:txBody>
      </p:sp>
      <p:sp>
        <p:nvSpPr>
          <p:cNvPr id="4" name="Slide Number Placeholder 3">
            <a:extLst>
              <a:ext uri="{FF2B5EF4-FFF2-40B4-BE49-F238E27FC236}">
                <a16:creationId xmlns:a16="http://schemas.microsoft.com/office/drawing/2014/main" id="{F322AB2B-C5B4-52BD-DA95-8BE71709A4BA}"/>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3514047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D134C-A3D5-03E6-9663-0791D3CDB7D1}"/>
              </a:ext>
            </a:extLst>
          </p:cNvPr>
          <p:cNvSpPr>
            <a:spLocks noGrp="1"/>
          </p:cNvSpPr>
          <p:nvPr>
            <p:ph type="title"/>
          </p:nvPr>
        </p:nvSpPr>
        <p:spPr>
          <a:xfrm>
            <a:off x="4119" y="4720"/>
            <a:ext cx="12266140" cy="1706562"/>
          </a:xfrm>
          <a:solidFill>
            <a:schemeClr val="accent6">
              <a:lumMod val="60000"/>
              <a:lumOff val="40000"/>
            </a:schemeClr>
          </a:solidFill>
        </p:spPr>
        <p:txBody>
          <a:bodyPr/>
          <a:lstStyle/>
          <a:p>
            <a:r>
              <a:rPr lang="en-US"/>
              <a:t>                             K Means Clustering</a:t>
            </a:r>
          </a:p>
        </p:txBody>
      </p:sp>
      <p:sp>
        <p:nvSpPr>
          <p:cNvPr id="4" name="Slide Number Placeholder 3">
            <a:extLst>
              <a:ext uri="{FF2B5EF4-FFF2-40B4-BE49-F238E27FC236}">
                <a16:creationId xmlns:a16="http://schemas.microsoft.com/office/drawing/2014/main" id="{9C9A2DFC-4655-4A61-B099-AA081D69464C}"/>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3" name="Picture 2" descr="A graph with colored dots&#10;&#10;AI-generated content may be incorrect.">
            <a:extLst>
              <a:ext uri="{FF2B5EF4-FFF2-40B4-BE49-F238E27FC236}">
                <a16:creationId xmlns:a16="http://schemas.microsoft.com/office/drawing/2014/main" id="{15C150F7-4532-612C-8254-FCCB082612C2}"/>
              </a:ext>
            </a:extLst>
          </p:cNvPr>
          <p:cNvPicPr>
            <a:picLocks noChangeAspect="1"/>
          </p:cNvPicPr>
          <p:nvPr/>
        </p:nvPicPr>
        <p:blipFill>
          <a:blip r:embed="rId2"/>
          <a:stretch>
            <a:fillRect/>
          </a:stretch>
        </p:blipFill>
        <p:spPr>
          <a:xfrm>
            <a:off x="2587220" y="2008593"/>
            <a:ext cx="7025296" cy="4352495"/>
          </a:xfrm>
          <a:prstGeom prst="rect">
            <a:avLst/>
          </a:prstGeom>
        </p:spPr>
      </p:pic>
    </p:spTree>
    <p:extLst>
      <p:ext uri="{BB962C8B-B14F-4D97-AF65-F5344CB8AC3E}">
        <p14:creationId xmlns:p14="http://schemas.microsoft.com/office/powerpoint/2010/main" val="3073939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95CE6-1533-4398-3FD9-C44B7945B321}"/>
              </a:ext>
            </a:extLst>
          </p:cNvPr>
          <p:cNvSpPr>
            <a:spLocks noGrp="1"/>
          </p:cNvSpPr>
          <p:nvPr>
            <p:ph type="title"/>
          </p:nvPr>
        </p:nvSpPr>
        <p:spPr>
          <a:xfrm>
            <a:off x="-6178" y="4720"/>
            <a:ext cx="12204356" cy="1706562"/>
          </a:xfrm>
          <a:solidFill>
            <a:schemeClr val="accent6">
              <a:lumMod val="60000"/>
              <a:lumOff val="40000"/>
            </a:schemeClr>
          </a:solidFill>
        </p:spPr>
        <p:txBody>
          <a:bodyPr>
            <a:normAutofit/>
          </a:bodyPr>
          <a:lstStyle/>
          <a:p>
            <a:r>
              <a:rPr lang="en-US" sz="4800"/>
              <a:t>               Method Three: ANOVA Analysis</a:t>
            </a:r>
          </a:p>
        </p:txBody>
      </p:sp>
      <p:sp>
        <p:nvSpPr>
          <p:cNvPr id="3" name="Content Placeholder 2">
            <a:extLst>
              <a:ext uri="{FF2B5EF4-FFF2-40B4-BE49-F238E27FC236}">
                <a16:creationId xmlns:a16="http://schemas.microsoft.com/office/drawing/2014/main" id="{C40F4891-01B2-A0D5-A7FC-DD27A8F296C4}"/>
              </a:ext>
            </a:extLst>
          </p:cNvPr>
          <p:cNvSpPr>
            <a:spLocks noGrp="1"/>
          </p:cNvSpPr>
          <p:nvPr>
            <p:ph idx="1"/>
          </p:nvPr>
        </p:nvSpPr>
        <p:spPr/>
        <p:txBody>
          <a:bodyPr vert="horz" lIns="91440" tIns="45720" rIns="91440" bIns="45720" rtlCol="0" anchor="t">
            <a:normAutofit/>
          </a:bodyPr>
          <a:lstStyle/>
          <a:p>
            <a:r>
              <a:rPr lang="en-US"/>
              <a:t>From the ANOVA analysis we found that the feedstock was significant for all plant types</a:t>
            </a:r>
          </a:p>
        </p:txBody>
      </p:sp>
      <p:sp>
        <p:nvSpPr>
          <p:cNvPr id="4" name="Slide Number Placeholder 3">
            <a:extLst>
              <a:ext uri="{FF2B5EF4-FFF2-40B4-BE49-F238E27FC236}">
                <a16:creationId xmlns:a16="http://schemas.microsoft.com/office/drawing/2014/main" id="{5DD525E2-A512-7A4C-D941-BA6A23ABB9E0}"/>
              </a:ext>
            </a:extLst>
          </p:cNvPr>
          <p:cNvSpPr>
            <a:spLocks noGrp="1"/>
          </p:cNvSpPr>
          <p:nvPr>
            <p:ph type="sldNum" sz="quarter" idx="12"/>
          </p:nvPr>
        </p:nvSpPr>
        <p:spPr/>
        <p:txBody>
          <a:bodyPr/>
          <a:lstStyle/>
          <a:p>
            <a:fld id="{330EA680-D336-4FF7-8B7A-9848BB0A1C32}" type="slidenum">
              <a:rPr lang="en-US" smtClean="0"/>
              <a:t>16</a:t>
            </a:fld>
            <a:endParaRPr lang="en-US"/>
          </a:p>
        </p:txBody>
      </p:sp>
      <p:pic>
        <p:nvPicPr>
          <p:cNvPr id="5" name="Picture 4" descr="A screenshot of a computer&#10;&#10;AI-generated content may be incorrect.">
            <a:extLst>
              <a:ext uri="{FF2B5EF4-FFF2-40B4-BE49-F238E27FC236}">
                <a16:creationId xmlns:a16="http://schemas.microsoft.com/office/drawing/2014/main" id="{B1CCF5C1-408B-33CD-25B4-3E6F2AF8B7CC}"/>
              </a:ext>
            </a:extLst>
          </p:cNvPr>
          <p:cNvPicPr>
            <a:picLocks noChangeAspect="1"/>
          </p:cNvPicPr>
          <p:nvPr/>
        </p:nvPicPr>
        <p:blipFill>
          <a:blip r:embed="rId2"/>
          <a:stretch>
            <a:fillRect/>
          </a:stretch>
        </p:blipFill>
        <p:spPr>
          <a:xfrm>
            <a:off x="-2222" y="2962275"/>
            <a:ext cx="5927725" cy="189865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703BC463-2BE8-D473-6130-FA7EB65DABFB}"/>
              </a:ext>
            </a:extLst>
          </p:cNvPr>
          <p:cNvPicPr>
            <a:picLocks noChangeAspect="1"/>
          </p:cNvPicPr>
          <p:nvPr/>
        </p:nvPicPr>
        <p:blipFill>
          <a:blip r:embed="rId3"/>
          <a:stretch>
            <a:fillRect/>
          </a:stretch>
        </p:blipFill>
        <p:spPr>
          <a:xfrm>
            <a:off x="6028690" y="2961323"/>
            <a:ext cx="6169660" cy="188023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7A40D66-18A6-926E-0BB1-69D1592C1F56}"/>
              </a:ext>
            </a:extLst>
          </p:cNvPr>
          <p:cNvPicPr>
            <a:picLocks noChangeAspect="1"/>
          </p:cNvPicPr>
          <p:nvPr/>
        </p:nvPicPr>
        <p:blipFill>
          <a:blip r:embed="rId4"/>
          <a:srcRect t="-1685" r="167" b="1685"/>
          <a:stretch/>
        </p:blipFill>
        <p:spPr>
          <a:xfrm>
            <a:off x="5080" y="5069840"/>
            <a:ext cx="6004700" cy="178816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1D5186CB-9693-A3A8-D50A-7EE4CB1DA6BB}"/>
              </a:ext>
            </a:extLst>
          </p:cNvPr>
          <p:cNvPicPr>
            <a:picLocks noChangeAspect="1"/>
          </p:cNvPicPr>
          <p:nvPr/>
        </p:nvPicPr>
        <p:blipFill>
          <a:blip r:embed="rId5"/>
          <a:stretch>
            <a:fillRect/>
          </a:stretch>
        </p:blipFill>
        <p:spPr>
          <a:xfrm>
            <a:off x="6028055" y="4967605"/>
            <a:ext cx="6170930" cy="1891030"/>
          </a:xfrm>
          <a:prstGeom prst="rect">
            <a:avLst/>
          </a:prstGeom>
        </p:spPr>
      </p:pic>
    </p:spTree>
    <p:extLst>
      <p:ext uri="{BB962C8B-B14F-4D97-AF65-F5344CB8AC3E}">
        <p14:creationId xmlns:p14="http://schemas.microsoft.com/office/powerpoint/2010/main" val="1299408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6E21-5129-AE59-9502-4FBFF4312CCD}"/>
              </a:ext>
            </a:extLst>
          </p:cNvPr>
          <p:cNvSpPr>
            <a:spLocks noGrp="1"/>
          </p:cNvSpPr>
          <p:nvPr>
            <p:ph type="title"/>
          </p:nvPr>
        </p:nvSpPr>
        <p:spPr>
          <a:xfrm>
            <a:off x="4119" y="4720"/>
            <a:ext cx="12183762" cy="1706562"/>
          </a:xfrm>
          <a:solidFill>
            <a:schemeClr val="accent6">
              <a:lumMod val="60000"/>
              <a:lumOff val="40000"/>
            </a:schemeClr>
          </a:solidFill>
        </p:spPr>
        <p:txBody>
          <a:bodyPr>
            <a:normAutofit/>
          </a:bodyPr>
          <a:lstStyle/>
          <a:p>
            <a:r>
              <a:rPr lang="en-US" sz="4800"/>
              <a:t>                                 Results</a:t>
            </a:r>
          </a:p>
        </p:txBody>
      </p:sp>
      <p:sp>
        <p:nvSpPr>
          <p:cNvPr id="3" name="Content Placeholder 2">
            <a:extLst>
              <a:ext uri="{FF2B5EF4-FFF2-40B4-BE49-F238E27FC236}">
                <a16:creationId xmlns:a16="http://schemas.microsoft.com/office/drawing/2014/main" id="{D0EA398B-82FC-FE25-0C73-BDE3119CFDA0}"/>
              </a:ext>
            </a:extLst>
          </p:cNvPr>
          <p:cNvSpPr>
            <a:spLocks noGrp="1"/>
          </p:cNvSpPr>
          <p:nvPr>
            <p:ph idx="1"/>
          </p:nvPr>
        </p:nvSpPr>
        <p:spPr/>
        <p:txBody>
          <a:bodyPr vert="horz" lIns="91440" tIns="45720" rIns="91440" bIns="45720" rtlCol="0" anchor="t">
            <a:normAutofit lnSpcReduction="10000"/>
          </a:bodyPr>
          <a:lstStyle/>
          <a:p>
            <a:r>
              <a:rPr lang="en-US"/>
              <a:t>From both K means and PCA, it can be seen that samples 7,8,9 are some of the top contenders for plant growth. As the conditions they produce through pyrolysis leads to more ideal growth conditions: High nutrient concentrations along with lower salt content </a:t>
            </a:r>
          </a:p>
          <a:p>
            <a:r>
              <a:rPr lang="en-US"/>
              <a:t>ANOVA analysis gave us more of an insight into this as it can be observed that most of the plant growth happened when the plants had Swine Solids used as the biochar precursor. </a:t>
            </a:r>
          </a:p>
          <a:p>
            <a:r>
              <a:rPr lang="en-US"/>
              <a:t>The results from these approaches lead us to the conclusion that Swine Solids combusted and any temperature will contribute the most to plant growth and the highest presences of nutrients </a:t>
            </a:r>
          </a:p>
        </p:txBody>
      </p:sp>
      <p:sp>
        <p:nvSpPr>
          <p:cNvPr id="4" name="Slide Number Placeholder 3">
            <a:extLst>
              <a:ext uri="{FF2B5EF4-FFF2-40B4-BE49-F238E27FC236}">
                <a16:creationId xmlns:a16="http://schemas.microsoft.com/office/drawing/2014/main" id="{AAB9EC3F-399F-4817-E2D6-935FA511113F}"/>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500253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0CF9B-B06A-FCD4-F7A6-2C18406F2646}"/>
              </a:ext>
            </a:extLst>
          </p:cNvPr>
          <p:cNvSpPr>
            <a:spLocks noGrp="1"/>
          </p:cNvSpPr>
          <p:nvPr>
            <p:ph type="title"/>
          </p:nvPr>
        </p:nvSpPr>
        <p:spPr>
          <a:xfrm>
            <a:off x="4119" y="4720"/>
            <a:ext cx="12183762" cy="1706562"/>
          </a:xfrm>
          <a:solidFill>
            <a:schemeClr val="accent6">
              <a:lumMod val="60000"/>
              <a:lumOff val="40000"/>
            </a:schemeClr>
          </a:solidFill>
        </p:spPr>
        <p:txBody>
          <a:bodyPr>
            <a:normAutofit/>
          </a:bodyPr>
          <a:lstStyle/>
          <a:p>
            <a:r>
              <a:rPr lang="en-US" sz="4800"/>
              <a:t>                                    Challenges</a:t>
            </a:r>
          </a:p>
        </p:txBody>
      </p:sp>
      <p:sp>
        <p:nvSpPr>
          <p:cNvPr id="3" name="Content Placeholder 2">
            <a:extLst>
              <a:ext uri="{FF2B5EF4-FFF2-40B4-BE49-F238E27FC236}">
                <a16:creationId xmlns:a16="http://schemas.microsoft.com/office/drawing/2014/main" id="{26C31547-D2A6-E19D-8950-21378FF4C60C}"/>
              </a:ext>
            </a:extLst>
          </p:cNvPr>
          <p:cNvSpPr>
            <a:spLocks noGrp="1"/>
          </p:cNvSpPr>
          <p:nvPr>
            <p:ph idx="1"/>
          </p:nvPr>
        </p:nvSpPr>
        <p:spPr/>
        <p:txBody>
          <a:bodyPr vert="horz" lIns="91440" tIns="45720" rIns="91440" bIns="45720" rtlCol="0" anchor="t">
            <a:normAutofit/>
          </a:bodyPr>
          <a:lstStyle/>
          <a:p>
            <a:r>
              <a:rPr lang="en-US"/>
              <a:t>One challenge that was faced was missing data and the lack of large amounts of data, missing data in dataset two would have caused many of the records to not be useable, due to the presence of 0 values, therefore we had to integrate nonzero zero values(very small numbers)</a:t>
            </a:r>
          </a:p>
          <a:p>
            <a:r>
              <a:rPr lang="en-US"/>
              <a:t>Another challenge was a lack of a response variable in dataset one, which caused the need for dataset two for a regression or ANOVA to be done.</a:t>
            </a:r>
          </a:p>
        </p:txBody>
      </p:sp>
      <p:sp>
        <p:nvSpPr>
          <p:cNvPr id="4" name="Slide Number Placeholder 3">
            <a:extLst>
              <a:ext uri="{FF2B5EF4-FFF2-40B4-BE49-F238E27FC236}">
                <a16:creationId xmlns:a16="http://schemas.microsoft.com/office/drawing/2014/main" id="{D1D33AB3-6F0C-58EE-72BB-8FBEA4135113}"/>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2352965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3C296-2981-D459-7D3A-0E6422D3CC75}"/>
              </a:ext>
            </a:extLst>
          </p:cNvPr>
          <p:cNvSpPr>
            <a:spLocks noGrp="1"/>
          </p:cNvSpPr>
          <p:nvPr>
            <p:ph type="title"/>
          </p:nvPr>
        </p:nvSpPr>
        <p:spPr>
          <a:xfrm>
            <a:off x="4119" y="4720"/>
            <a:ext cx="12183762" cy="1706562"/>
          </a:xfrm>
          <a:solidFill>
            <a:schemeClr val="accent6">
              <a:lumMod val="60000"/>
              <a:lumOff val="40000"/>
            </a:schemeClr>
          </a:solidFill>
        </p:spPr>
        <p:txBody>
          <a:bodyPr>
            <a:normAutofit/>
          </a:bodyPr>
          <a:lstStyle/>
          <a:p>
            <a:r>
              <a:rPr lang="en-US" sz="4800"/>
              <a:t>                                 Conclusions</a:t>
            </a:r>
          </a:p>
        </p:txBody>
      </p:sp>
      <p:sp>
        <p:nvSpPr>
          <p:cNvPr id="3" name="Content Placeholder 2">
            <a:extLst>
              <a:ext uri="{FF2B5EF4-FFF2-40B4-BE49-F238E27FC236}">
                <a16:creationId xmlns:a16="http://schemas.microsoft.com/office/drawing/2014/main" id="{979E63B1-163A-1AFF-8AB7-5C1DB3673B53}"/>
              </a:ext>
            </a:extLst>
          </p:cNvPr>
          <p:cNvSpPr>
            <a:spLocks noGrp="1"/>
          </p:cNvSpPr>
          <p:nvPr>
            <p:ph idx="1"/>
          </p:nvPr>
        </p:nvSpPr>
        <p:spPr/>
        <p:txBody>
          <a:bodyPr vert="horz" lIns="91440" tIns="45720" rIns="91440" bIns="45720" rtlCol="0" anchor="t">
            <a:normAutofit/>
          </a:bodyPr>
          <a:lstStyle/>
          <a:p>
            <a:r>
              <a:rPr lang="en-US"/>
              <a:t>Swine Solids are the top contender for plant growth and nutrient release at any of the listed temperature(350,500,700)</a:t>
            </a:r>
          </a:p>
          <a:p>
            <a:r>
              <a:rPr lang="en-US"/>
              <a:t>Ramifications of this finding can lead to a larger use of waste material from the meat/pork industry allowing a larger amount of waste to be reused in a beneficial way</a:t>
            </a:r>
          </a:p>
          <a:p>
            <a:r>
              <a:rPr lang="en-US"/>
              <a:t>Use of Swine Solids as biochar precursor can lead to increased plant growth and the presence of more desirable elements in soil that can be used during other crop growth </a:t>
            </a:r>
          </a:p>
        </p:txBody>
      </p:sp>
      <p:sp>
        <p:nvSpPr>
          <p:cNvPr id="4" name="Slide Number Placeholder 3">
            <a:extLst>
              <a:ext uri="{FF2B5EF4-FFF2-40B4-BE49-F238E27FC236}">
                <a16:creationId xmlns:a16="http://schemas.microsoft.com/office/drawing/2014/main" id="{E1F49680-0EAB-A473-EC3D-26A472A7703B}"/>
              </a:ext>
            </a:extLst>
          </p:cNvPr>
          <p:cNvSpPr>
            <a:spLocks noGrp="1"/>
          </p:cNvSpPr>
          <p:nvPr>
            <p:ph type="sldNum" sz="quarter" idx="12"/>
          </p:nvPr>
        </p:nvSpPr>
        <p:spPr/>
        <p:txBody>
          <a:bodyPr/>
          <a:lstStyle/>
          <a:p>
            <a:fld id="{330EA680-D336-4FF7-8B7A-9848BB0A1C32}" type="slidenum">
              <a:rPr lang="en-US" smtClean="0"/>
              <a:t>19</a:t>
            </a:fld>
            <a:endParaRPr lang="en-US"/>
          </a:p>
        </p:txBody>
      </p:sp>
    </p:spTree>
    <p:extLst>
      <p:ext uri="{BB962C8B-B14F-4D97-AF65-F5344CB8AC3E}">
        <p14:creationId xmlns:p14="http://schemas.microsoft.com/office/powerpoint/2010/main" val="2176634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771D-B6F8-29D0-2086-110DD4ACF87E}"/>
              </a:ext>
            </a:extLst>
          </p:cNvPr>
          <p:cNvSpPr>
            <a:spLocks noGrp="1"/>
          </p:cNvSpPr>
          <p:nvPr>
            <p:ph type="title"/>
          </p:nvPr>
        </p:nvSpPr>
        <p:spPr>
          <a:xfrm>
            <a:off x="4119" y="4720"/>
            <a:ext cx="12173464" cy="1706562"/>
          </a:xfrm>
          <a:solidFill>
            <a:schemeClr val="accent6">
              <a:lumMod val="60000"/>
              <a:lumOff val="40000"/>
            </a:schemeClr>
          </a:solidFill>
        </p:spPr>
        <p:txBody>
          <a:bodyPr>
            <a:normAutofit/>
          </a:bodyPr>
          <a:lstStyle/>
          <a:p>
            <a:r>
              <a:rPr lang="en-US" sz="4800"/>
              <a:t>                                      Sources</a:t>
            </a:r>
          </a:p>
        </p:txBody>
      </p:sp>
      <p:sp>
        <p:nvSpPr>
          <p:cNvPr id="3" name="Content Placeholder 2">
            <a:extLst>
              <a:ext uri="{FF2B5EF4-FFF2-40B4-BE49-F238E27FC236}">
                <a16:creationId xmlns:a16="http://schemas.microsoft.com/office/drawing/2014/main" id="{CFC191A5-E8CB-0652-8B7E-CA1F91EC1304}"/>
              </a:ext>
            </a:extLst>
          </p:cNvPr>
          <p:cNvSpPr>
            <a:spLocks noGrp="1"/>
          </p:cNvSpPr>
          <p:nvPr>
            <p:ph idx="1"/>
          </p:nvPr>
        </p:nvSpPr>
        <p:spPr/>
        <p:txBody>
          <a:bodyPr vert="horz" lIns="91440" tIns="45720" rIns="91440" bIns="45720" rtlCol="0" anchor="t">
            <a:normAutofit fontScale="92500"/>
          </a:bodyPr>
          <a:lstStyle/>
          <a:p>
            <a:r>
              <a:rPr lang="en-US"/>
              <a:t>Olszyk, D., </a:t>
            </a:r>
            <a:r>
              <a:rPr lang="en-US" err="1"/>
              <a:t>Shiroyama</a:t>
            </a:r>
            <a:r>
              <a:rPr lang="en-US"/>
              <a:t>, T., Novak, J., Cantrell, K., Sigua, G., Watts, D., &amp; Johnson, M. G. (2020). </a:t>
            </a:r>
            <a:r>
              <a:rPr lang="en-US" i="1"/>
              <a:t>Biochar affects growth and shoot nitrogen in four crops for two soils</a:t>
            </a:r>
            <a:r>
              <a:rPr lang="en-US"/>
              <a:t>. </a:t>
            </a:r>
            <a:r>
              <a:rPr lang="en-US" err="1"/>
              <a:t>Agrosystems</a:t>
            </a:r>
            <a:r>
              <a:rPr lang="en-US"/>
              <a:t>, Geosciences &amp;amp; Environment, 3(1). </a:t>
            </a:r>
            <a:r>
              <a:rPr lang="en-US">
                <a:hlinkClick r:id="rId2"/>
              </a:rPr>
              <a:t>https://doi.org/10.1002/agg2.20067</a:t>
            </a:r>
            <a:endParaRPr lang="en-US"/>
          </a:p>
          <a:p>
            <a:r>
              <a:rPr lang="en-US">
                <a:ea typeface="+mn-lt"/>
                <a:cs typeface="+mn-lt"/>
              </a:rPr>
              <a:t>Olszyk, D. M., </a:t>
            </a:r>
            <a:r>
              <a:rPr lang="en-US" err="1">
                <a:ea typeface="+mn-lt"/>
                <a:cs typeface="+mn-lt"/>
              </a:rPr>
              <a:t>Shiroyama</a:t>
            </a:r>
            <a:r>
              <a:rPr lang="en-US">
                <a:ea typeface="+mn-lt"/>
                <a:cs typeface="+mn-lt"/>
              </a:rPr>
              <a:t>, T., Novak, J. M., Cantrell, K. B., Sigua, G., Watts, D. W., &amp; Johnson, M. G. (2020). </a:t>
            </a:r>
            <a:r>
              <a:rPr lang="en-US" i="1">
                <a:ea typeface="+mn-lt"/>
                <a:cs typeface="+mn-lt"/>
              </a:rPr>
              <a:t>Biochar Affects Essential Nutrients of Carrot Taproots and Lettuce Leaves</a:t>
            </a:r>
            <a:r>
              <a:rPr lang="en-US">
                <a:ea typeface="+mn-lt"/>
                <a:cs typeface="+mn-lt"/>
              </a:rPr>
              <a:t>. </a:t>
            </a:r>
            <a:r>
              <a:rPr lang="en-US" err="1">
                <a:ea typeface="+mn-lt"/>
                <a:cs typeface="+mn-lt"/>
              </a:rPr>
              <a:t>HortScience</a:t>
            </a:r>
            <a:r>
              <a:rPr lang="en-US">
                <a:ea typeface="+mn-lt"/>
                <a:cs typeface="+mn-lt"/>
              </a:rPr>
              <a:t> </a:t>
            </a:r>
            <a:r>
              <a:rPr lang="en-US" err="1">
                <a:ea typeface="+mn-lt"/>
                <a:cs typeface="+mn-lt"/>
              </a:rPr>
              <a:t>horts</a:t>
            </a:r>
            <a:r>
              <a:rPr lang="en-US">
                <a:ea typeface="+mn-lt"/>
                <a:cs typeface="+mn-lt"/>
              </a:rPr>
              <a:t>, 55(2), 261-271. Retrieved Apr 28, 2025, from </a:t>
            </a:r>
            <a:r>
              <a:rPr lang="en-US">
                <a:ea typeface="+mn-lt"/>
                <a:cs typeface="+mn-lt"/>
                <a:hlinkClick r:id="rId3"/>
              </a:rPr>
              <a:t>https://doi.org/10.21273/HORTSCI14421-19</a:t>
            </a:r>
            <a:endParaRPr lang="en-US">
              <a:ea typeface="+mn-lt"/>
              <a:cs typeface="+mn-lt"/>
            </a:endParaRPr>
          </a:p>
          <a:p>
            <a:r>
              <a:rPr lang="en-US" i="1">
                <a:ea typeface="+mn-lt"/>
                <a:cs typeface="+mn-lt"/>
              </a:rPr>
              <a:t>Essential Plant Nutrients</a:t>
            </a:r>
            <a:r>
              <a:rPr lang="en-US">
                <a:ea typeface="+mn-lt"/>
                <a:cs typeface="+mn-lt"/>
              </a:rPr>
              <a:t>. Alabama Cooperative Extension System. (2024, December 9). </a:t>
            </a:r>
            <a:r>
              <a:rPr lang="en-US">
                <a:ea typeface="+mn-lt"/>
                <a:cs typeface="+mn-lt"/>
                <a:hlinkClick r:id="rId4"/>
              </a:rPr>
              <a:t>https://www.aces.edu/blog/topics/farming/essential-plant-elements/</a:t>
            </a:r>
            <a:r>
              <a:rPr lang="en-US">
                <a:ea typeface="+mn-lt"/>
                <a:cs typeface="+mn-lt"/>
              </a:rPr>
              <a:t> </a:t>
            </a:r>
            <a:endParaRPr lang="en-US">
              <a:ea typeface="Calibri"/>
              <a:cs typeface="Calibri"/>
            </a:endParaRPr>
          </a:p>
          <a:p>
            <a:endParaRPr lang="en-US">
              <a:ea typeface="Calibri"/>
              <a:cs typeface="Calibri"/>
            </a:endParaRPr>
          </a:p>
          <a:p>
            <a:endParaRPr lang="en-US">
              <a:ea typeface="Calibri"/>
              <a:cs typeface="Calibri"/>
            </a:endParaRPr>
          </a:p>
          <a:p>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D69D9A7F-E202-B430-2A91-6CB388D8EC0B}"/>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9997060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STAT-530 Biochar and their effects on plant growth</vt:lpstr>
      <vt:lpstr>Introduction/Objectives</vt:lpstr>
      <vt:lpstr>Introduction/Objectives</vt:lpstr>
      <vt:lpstr>Introduction/Objectives</vt:lpstr>
      <vt:lpstr>Data and Cleaning Process</vt:lpstr>
      <vt:lpstr>Data and Cleaning Process</vt:lpstr>
      <vt:lpstr>Data and Cleaning Process</vt:lpstr>
      <vt:lpstr>PowerPoint Presentation</vt:lpstr>
      <vt:lpstr>Samples for K Means Clustering and PCA</vt:lpstr>
      <vt:lpstr>                          Scree Plot for PCA</vt:lpstr>
      <vt:lpstr>PCA Results</vt:lpstr>
      <vt:lpstr>Method One: Principal Choice Analysis(PCA) </vt:lpstr>
      <vt:lpstr>                                 Bi Plot For PCA</vt:lpstr>
      <vt:lpstr>Method Two: K Means Clustering</vt:lpstr>
      <vt:lpstr>                             K Means Clustering</vt:lpstr>
      <vt:lpstr>               Method Three: ANOVA Analysis</vt:lpstr>
      <vt:lpstr>                                 Results</vt:lpstr>
      <vt:lpstr>                                    Challenges</vt:lpstr>
      <vt:lpstr>                                 Conclusions</vt:lpstr>
      <vt:lpstr>                                      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2025-04-23T19:38:03Z</dcterms:created>
  <dcterms:modified xsi:type="dcterms:W3CDTF">2025-04-28T17:54:09Z</dcterms:modified>
</cp:coreProperties>
</file>